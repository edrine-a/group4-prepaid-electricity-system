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1" r:id="rId4"/>
    <p:sldId id="258" r:id="rId5"/>
    <p:sldId id="259" r:id="rId6"/>
    <p:sldId id="260" r:id="rId7"/>
    <p:sldId id="264" r:id="rId8"/>
    <p:sldId id="262" r:id="rId9"/>
    <p:sldId id="263" r:id="rId10"/>
  </p:sldIdLst>
  <p:sldSz cx="12192000" cy="6858000"/>
  <p:notesSz cx="6858000" cy="9144000"/>
  <p:defaultTextStyle>
    <a:defPPr>
      <a:defRPr lang="en-U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7" d="100"/>
          <a:sy n="67" d="100"/>
        </p:scale>
        <p:origin x="11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E1136E-1BE3-12DE-BA6D-84A624D0119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G"/>
          </a:p>
        </p:txBody>
      </p:sp>
      <p:sp>
        <p:nvSpPr>
          <p:cNvPr id="3" name="Subtitle 2">
            <a:extLst>
              <a:ext uri="{FF2B5EF4-FFF2-40B4-BE49-F238E27FC236}">
                <a16:creationId xmlns:a16="http://schemas.microsoft.com/office/drawing/2014/main" id="{D1C729E0-4D1D-0EB2-BFCB-C730A095ABD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G"/>
          </a:p>
        </p:txBody>
      </p:sp>
      <p:sp>
        <p:nvSpPr>
          <p:cNvPr id="4" name="Date Placeholder 3">
            <a:extLst>
              <a:ext uri="{FF2B5EF4-FFF2-40B4-BE49-F238E27FC236}">
                <a16:creationId xmlns:a16="http://schemas.microsoft.com/office/drawing/2014/main" id="{B9F46890-F5A2-3555-029F-02B0B40C6008}"/>
              </a:ext>
            </a:extLst>
          </p:cNvPr>
          <p:cNvSpPr>
            <a:spLocks noGrp="1"/>
          </p:cNvSpPr>
          <p:nvPr>
            <p:ph type="dt" sz="half" idx="10"/>
          </p:nvPr>
        </p:nvSpPr>
        <p:spPr/>
        <p:txBody>
          <a:bodyPr/>
          <a:lstStyle/>
          <a:p>
            <a:fld id="{7AF34EB4-825C-42EF-9024-A4603D042964}" type="datetimeFigureOut">
              <a:rPr lang="en-UG" smtClean="0"/>
              <a:t>28/05/2026</a:t>
            </a:fld>
            <a:endParaRPr lang="en-UG"/>
          </a:p>
        </p:txBody>
      </p:sp>
      <p:sp>
        <p:nvSpPr>
          <p:cNvPr id="5" name="Footer Placeholder 4">
            <a:extLst>
              <a:ext uri="{FF2B5EF4-FFF2-40B4-BE49-F238E27FC236}">
                <a16:creationId xmlns:a16="http://schemas.microsoft.com/office/drawing/2014/main" id="{DCDEE642-D942-0915-7DE3-9C27B9AA4D15}"/>
              </a:ext>
            </a:extLst>
          </p:cNvPr>
          <p:cNvSpPr>
            <a:spLocks noGrp="1"/>
          </p:cNvSpPr>
          <p:nvPr>
            <p:ph type="ftr" sz="quarter" idx="11"/>
          </p:nvPr>
        </p:nvSpPr>
        <p:spPr/>
        <p:txBody>
          <a:bodyPr/>
          <a:lstStyle/>
          <a:p>
            <a:endParaRPr lang="en-UG"/>
          </a:p>
        </p:txBody>
      </p:sp>
      <p:sp>
        <p:nvSpPr>
          <p:cNvPr id="6" name="Slide Number Placeholder 5">
            <a:extLst>
              <a:ext uri="{FF2B5EF4-FFF2-40B4-BE49-F238E27FC236}">
                <a16:creationId xmlns:a16="http://schemas.microsoft.com/office/drawing/2014/main" id="{87AD91B8-6821-02BE-4E95-238A46A157DC}"/>
              </a:ext>
            </a:extLst>
          </p:cNvPr>
          <p:cNvSpPr>
            <a:spLocks noGrp="1"/>
          </p:cNvSpPr>
          <p:nvPr>
            <p:ph type="sldNum" sz="quarter" idx="12"/>
          </p:nvPr>
        </p:nvSpPr>
        <p:spPr/>
        <p:txBody>
          <a:bodyPr/>
          <a:lstStyle/>
          <a:p>
            <a:fld id="{1D2EF7A7-5764-4848-AF22-AD923D55F2F7}" type="slidenum">
              <a:rPr lang="en-UG" smtClean="0"/>
              <a:t>‹#›</a:t>
            </a:fld>
            <a:endParaRPr lang="en-UG"/>
          </a:p>
        </p:txBody>
      </p:sp>
    </p:spTree>
    <p:extLst>
      <p:ext uri="{BB962C8B-B14F-4D97-AF65-F5344CB8AC3E}">
        <p14:creationId xmlns:p14="http://schemas.microsoft.com/office/powerpoint/2010/main" val="2107175404"/>
      </p:ext>
    </p:extLst>
  </p:cSld>
  <p:clrMapOvr>
    <a:masterClrMapping/>
  </p:clrMapOvr>
  <mc:AlternateContent xmlns:mc="http://schemas.openxmlformats.org/markup-compatibility/2006">
    <mc:Choice xmlns:p14="http://schemas.microsoft.com/office/powerpoint/2010/main" Requires="p14">
      <p:transition spd="slow" p14:dur="2000">
        <p14:reveal/>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1D35C3-2B33-D77F-97F3-2FC7E015236A}"/>
              </a:ext>
            </a:extLst>
          </p:cNvPr>
          <p:cNvSpPr>
            <a:spLocks noGrp="1"/>
          </p:cNvSpPr>
          <p:nvPr>
            <p:ph type="title"/>
          </p:nvPr>
        </p:nvSpPr>
        <p:spPr/>
        <p:txBody>
          <a:bodyPr/>
          <a:lstStyle/>
          <a:p>
            <a:r>
              <a:rPr lang="en-US"/>
              <a:t>Click to edit Master title style</a:t>
            </a:r>
            <a:endParaRPr lang="en-UG"/>
          </a:p>
        </p:txBody>
      </p:sp>
      <p:sp>
        <p:nvSpPr>
          <p:cNvPr id="3" name="Content Placeholder 2">
            <a:extLst>
              <a:ext uri="{FF2B5EF4-FFF2-40B4-BE49-F238E27FC236}">
                <a16:creationId xmlns:a16="http://schemas.microsoft.com/office/drawing/2014/main" id="{27271285-B9E6-D082-11AA-5324ACF6322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G"/>
          </a:p>
        </p:txBody>
      </p:sp>
      <p:sp>
        <p:nvSpPr>
          <p:cNvPr id="4" name="Date Placeholder 3">
            <a:extLst>
              <a:ext uri="{FF2B5EF4-FFF2-40B4-BE49-F238E27FC236}">
                <a16:creationId xmlns:a16="http://schemas.microsoft.com/office/drawing/2014/main" id="{D15196DE-F003-4D41-F1B2-B8A81A9EA488}"/>
              </a:ext>
            </a:extLst>
          </p:cNvPr>
          <p:cNvSpPr>
            <a:spLocks noGrp="1"/>
          </p:cNvSpPr>
          <p:nvPr>
            <p:ph type="dt" sz="half" idx="10"/>
          </p:nvPr>
        </p:nvSpPr>
        <p:spPr/>
        <p:txBody>
          <a:bodyPr/>
          <a:lstStyle/>
          <a:p>
            <a:fld id="{7AF34EB4-825C-42EF-9024-A4603D042964}" type="datetimeFigureOut">
              <a:rPr lang="en-UG" smtClean="0"/>
              <a:t>28/05/2026</a:t>
            </a:fld>
            <a:endParaRPr lang="en-UG"/>
          </a:p>
        </p:txBody>
      </p:sp>
      <p:sp>
        <p:nvSpPr>
          <p:cNvPr id="5" name="Footer Placeholder 4">
            <a:extLst>
              <a:ext uri="{FF2B5EF4-FFF2-40B4-BE49-F238E27FC236}">
                <a16:creationId xmlns:a16="http://schemas.microsoft.com/office/drawing/2014/main" id="{6E2A495E-AF32-4DFA-6FF1-A64DC4765F8C}"/>
              </a:ext>
            </a:extLst>
          </p:cNvPr>
          <p:cNvSpPr>
            <a:spLocks noGrp="1"/>
          </p:cNvSpPr>
          <p:nvPr>
            <p:ph type="ftr" sz="quarter" idx="11"/>
          </p:nvPr>
        </p:nvSpPr>
        <p:spPr/>
        <p:txBody>
          <a:bodyPr/>
          <a:lstStyle/>
          <a:p>
            <a:endParaRPr lang="en-UG"/>
          </a:p>
        </p:txBody>
      </p:sp>
      <p:sp>
        <p:nvSpPr>
          <p:cNvPr id="6" name="Slide Number Placeholder 5">
            <a:extLst>
              <a:ext uri="{FF2B5EF4-FFF2-40B4-BE49-F238E27FC236}">
                <a16:creationId xmlns:a16="http://schemas.microsoft.com/office/drawing/2014/main" id="{FF434BB5-CFEF-CEF9-F6C2-4ABFE56D7BFA}"/>
              </a:ext>
            </a:extLst>
          </p:cNvPr>
          <p:cNvSpPr>
            <a:spLocks noGrp="1"/>
          </p:cNvSpPr>
          <p:nvPr>
            <p:ph type="sldNum" sz="quarter" idx="12"/>
          </p:nvPr>
        </p:nvSpPr>
        <p:spPr/>
        <p:txBody>
          <a:bodyPr/>
          <a:lstStyle/>
          <a:p>
            <a:fld id="{1D2EF7A7-5764-4848-AF22-AD923D55F2F7}" type="slidenum">
              <a:rPr lang="en-UG" smtClean="0"/>
              <a:t>‹#›</a:t>
            </a:fld>
            <a:endParaRPr lang="en-UG"/>
          </a:p>
        </p:txBody>
      </p:sp>
    </p:spTree>
    <p:extLst>
      <p:ext uri="{BB962C8B-B14F-4D97-AF65-F5344CB8AC3E}">
        <p14:creationId xmlns:p14="http://schemas.microsoft.com/office/powerpoint/2010/main" val="4126636274"/>
      </p:ext>
    </p:extLst>
  </p:cSld>
  <p:clrMapOvr>
    <a:masterClrMapping/>
  </p:clrMapOvr>
  <mc:AlternateContent xmlns:mc="http://schemas.openxmlformats.org/markup-compatibility/2006">
    <mc:Choice xmlns:p14="http://schemas.microsoft.com/office/powerpoint/2010/main" Requires="p14">
      <p:transition spd="slow" p14:dur="2000">
        <p14:reveal/>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02694-68F7-5AE0-6600-E5959D19D4D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G"/>
          </a:p>
        </p:txBody>
      </p:sp>
      <p:sp>
        <p:nvSpPr>
          <p:cNvPr id="3" name="Text Placeholder 2">
            <a:extLst>
              <a:ext uri="{FF2B5EF4-FFF2-40B4-BE49-F238E27FC236}">
                <a16:creationId xmlns:a16="http://schemas.microsoft.com/office/drawing/2014/main" id="{A9EB7B14-2E7C-1B3E-04EE-EA1EB51BE92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5CA37C9-6311-F28F-74E1-A96E74336D3B}"/>
              </a:ext>
            </a:extLst>
          </p:cNvPr>
          <p:cNvSpPr>
            <a:spLocks noGrp="1"/>
          </p:cNvSpPr>
          <p:nvPr>
            <p:ph type="dt" sz="half" idx="10"/>
          </p:nvPr>
        </p:nvSpPr>
        <p:spPr/>
        <p:txBody>
          <a:bodyPr/>
          <a:lstStyle/>
          <a:p>
            <a:fld id="{7AF34EB4-825C-42EF-9024-A4603D042964}" type="datetimeFigureOut">
              <a:rPr lang="en-UG" smtClean="0"/>
              <a:t>28/05/2026</a:t>
            </a:fld>
            <a:endParaRPr lang="en-UG"/>
          </a:p>
        </p:txBody>
      </p:sp>
      <p:sp>
        <p:nvSpPr>
          <p:cNvPr id="5" name="Footer Placeholder 4">
            <a:extLst>
              <a:ext uri="{FF2B5EF4-FFF2-40B4-BE49-F238E27FC236}">
                <a16:creationId xmlns:a16="http://schemas.microsoft.com/office/drawing/2014/main" id="{CED0BE09-4C2B-BA6C-8473-1753B87F65A6}"/>
              </a:ext>
            </a:extLst>
          </p:cNvPr>
          <p:cNvSpPr>
            <a:spLocks noGrp="1"/>
          </p:cNvSpPr>
          <p:nvPr>
            <p:ph type="ftr" sz="quarter" idx="11"/>
          </p:nvPr>
        </p:nvSpPr>
        <p:spPr/>
        <p:txBody>
          <a:bodyPr/>
          <a:lstStyle/>
          <a:p>
            <a:endParaRPr lang="en-UG"/>
          </a:p>
        </p:txBody>
      </p:sp>
      <p:sp>
        <p:nvSpPr>
          <p:cNvPr id="6" name="Slide Number Placeholder 5">
            <a:extLst>
              <a:ext uri="{FF2B5EF4-FFF2-40B4-BE49-F238E27FC236}">
                <a16:creationId xmlns:a16="http://schemas.microsoft.com/office/drawing/2014/main" id="{FF768E0B-99AD-C2FD-032D-2E12FEEA65D7}"/>
              </a:ext>
            </a:extLst>
          </p:cNvPr>
          <p:cNvSpPr>
            <a:spLocks noGrp="1"/>
          </p:cNvSpPr>
          <p:nvPr>
            <p:ph type="sldNum" sz="quarter" idx="12"/>
          </p:nvPr>
        </p:nvSpPr>
        <p:spPr/>
        <p:txBody>
          <a:bodyPr/>
          <a:lstStyle/>
          <a:p>
            <a:fld id="{1D2EF7A7-5764-4848-AF22-AD923D55F2F7}" type="slidenum">
              <a:rPr lang="en-UG" smtClean="0"/>
              <a:t>‹#›</a:t>
            </a:fld>
            <a:endParaRPr lang="en-UG"/>
          </a:p>
        </p:txBody>
      </p:sp>
    </p:spTree>
    <p:extLst>
      <p:ext uri="{BB962C8B-B14F-4D97-AF65-F5344CB8AC3E}">
        <p14:creationId xmlns:p14="http://schemas.microsoft.com/office/powerpoint/2010/main" val="1000689925"/>
      </p:ext>
    </p:extLst>
  </p:cSld>
  <p:clrMapOvr>
    <a:masterClrMapping/>
  </p:clrMapOvr>
  <mc:AlternateContent xmlns:mc="http://schemas.openxmlformats.org/markup-compatibility/2006">
    <mc:Choice xmlns:p14="http://schemas.microsoft.com/office/powerpoint/2010/main" Requires="p14">
      <p:transition spd="slow" p14:dur="2000">
        <p14:reveal/>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F096C-238A-9C44-F039-87CB55A3D42B}"/>
              </a:ext>
            </a:extLst>
          </p:cNvPr>
          <p:cNvSpPr>
            <a:spLocks noGrp="1"/>
          </p:cNvSpPr>
          <p:nvPr>
            <p:ph type="title"/>
          </p:nvPr>
        </p:nvSpPr>
        <p:spPr/>
        <p:txBody>
          <a:bodyPr/>
          <a:lstStyle/>
          <a:p>
            <a:r>
              <a:rPr lang="en-US"/>
              <a:t>Click to edit Master title style</a:t>
            </a:r>
            <a:endParaRPr lang="en-UG"/>
          </a:p>
        </p:txBody>
      </p:sp>
      <p:sp>
        <p:nvSpPr>
          <p:cNvPr id="3" name="Content Placeholder 2">
            <a:extLst>
              <a:ext uri="{FF2B5EF4-FFF2-40B4-BE49-F238E27FC236}">
                <a16:creationId xmlns:a16="http://schemas.microsoft.com/office/drawing/2014/main" id="{6FF2A214-096D-8567-37ED-1425CBF1BE3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G"/>
          </a:p>
        </p:txBody>
      </p:sp>
      <p:sp>
        <p:nvSpPr>
          <p:cNvPr id="4" name="Content Placeholder 3">
            <a:extLst>
              <a:ext uri="{FF2B5EF4-FFF2-40B4-BE49-F238E27FC236}">
                <a16:creationId xmlns:a16="http://schemas.microsoft.com/office/drawing/2014/main" id="{9331D6E0-CA0A-E872-CFA2-1CA06724749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G"/>
          </a:p>
        </p:txBody>
      </p:sp>
      <p:sp>
        <p:nvSpPr>
          <p:cNvPr id="5" name="Date Placeholder 4">
            <a:extLst>
              <a:ext uri="{FF2B5EF4-FFF2-40B4-BE49-F238E27FC236}">
                <a16:creationId xmlns:a16="http://schemas.microsoft.com/office/drawing/2014/main" id="{CBFFF6B7-CCB9-FE1D-ADBC-9A9CFD4A8236}"/>
              </a:ext>
            </a:extLst>
          </p:cNvPr>
          <p:cNvSpPr>
            <a:spLocks noGrp="1"/>
          </p:cNvSpPr>
          <p:nvPr>
            <p:ph type="dt" sz="half" idx="10"/>
          </p:nvPr>
        </p:nvSpPr>
        <p:spPr/>
        <p:txBody>
          <a:bodyPr/>
          <a:lstStyle/>
          <a:p>
            <a:fld id="{7AF34EB4-825C-42EF-9024-A4603D042964}" type="datetimeFigureOut">
              <a:rPr lang="en-UG" smtClean="0"/>
              <a:t>28/05/2026</a:t>
            </a:fld>
            <a:endParaRPr lang="en-UG"/>
          </a:p>
        </p:txBody>
      </p:sp>
      <p:sp>
        <p:nvSpPr>
          <p:cNvPr id="6" name="Footer Placeholder 5">
            <a:extLst>
              <a:ext uri="{FF2B5EF4-FFF2-40B4-BE49-F238E27FC236}">
                <a16:creationId xmlns:a16="http://schemas.microsoft.com/office/drawing/2014/main" id="{8A7240F8-728B-2E1B-56A0-B25D10B6DB0E}"/>
              </a:ext>
            </a:extLst>
          </p:cNvPr>
          <p:cNvSpPr>
            <a:spLocks noGrp="1"/>
          </p:cNvSpPr>
          <p:nvPr>
            <p:ph type="ftr" sz="quarter" idx="11"/>
          </p:nvPr>
        </p:nvSpPr>
        <p:spPr/>
        <p:txBody>
          <a:bodyPr/>
          <a:lstStyle/>
          <a:p>
            <a:endParaRPr lang="en-UG"/>
          </a:p>
        </p:txBody>
      </p:sp>
      <p:sp>
        <p:nvSpPr>
          <p:cNvPr id="7" name="Slide Number Placeholder 6">
            <a:extLst>
              <a:ext uri="{FF2B5EF4-FFF2-40B4-BE49-F238E27FC236}">
                <a16:creationId xmlns:a16="http://schemas.microsoft.com/office/drawing/2014/main" id="{A669A277-099D-7626-8840-660B2FBF6D0D}"/>
              </a:ext>
            </a:extLst>
          </p:cNvPr>
          <p:cNvSpPr>
            <a:spLocks noGrp="1"/>
          </p:cNvSpPr>
          <p:nvPr>
            <p:ph type="sldNum" sz="quarter" idx="12"/>
          </p:nvPr>
        </p:nvSpPr>
        <p:spPr/>
        <p:txBody>
          <a:bodyPr/>
          <a:lstStyle/>
          <a:p>
            <a:fld id="{1D2EF7A7-5764-4848-AF22-AD923D55F2F7}" type="slidenum">
              <a:rPr lang="en-UG" smtClean="0"/>
              <a:t>‹#›</a:t>
            </a:fld>
            <a:endParaRPr lang="en-UG"/>
          </a:p>
        </p:txBody>
      </p:sp>
    </p:spTree>
    <p:extLst>
      <p:ext uri="{BB962C8B-B14F-4D97-AF65-F5344CB8AC3E}">
        <p14:creationId xmlns:p14="http://schemas.microsoft.com/office/powerpoint/2010/main" val="951954790"/>
      </p:ext>
    </p:extLst>
  </p:cSld>
  <p:clrMapOvr>
    <a:masterClrMapping/>
  </p:clrMapOvr>
  <mc:AlternateContent xmlns:mc="http://schemas.openxmlformats.org/markup-compatibility/2006">
    <mc:Choice xmlns:p14="http://schemas.microsoft.com/office/powerpoint/2010/main" Requires="p14">
      <p:transition spd="slow" p14:dur="2000">
        <p14:reveal/>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34A5C-4276-B162-4FCB-47CE305307E7}"/>
              </a:ext>
            </a:extLst>
          </p:cNvPr>
          <p:cNvSpPr>
            <a:spLocks noGrp="1"/>
          </p:cNvSpPr>
          <p:nvPr>
            <p:ph type="title"/>
          </p:nvPr>
        </p:nvSpPr>
        <p:spPr>
          <a:xfrm>
            <a:off x="839788" y="365125"/>
            <a:ext cx="10515600" cy="1325563"/>
          </a:xfrm>
        </p:spPr>
        <p:txBody>
          <a:bodyPr/>
          <a:lstStyle/>
          <a:p>
            <a:r>
              <a:rPr lang="en-US"/>
              <a:t>Click to edit Master title style</a:t>
            </a:r>
            <a:endParaRPr lang="en-UG"/>
          </a:p>
        </p:txBody>
      </p:sp>
      <p:sp>
        <p:nvSpPr>
          <p:cNvPr id="3" name="Text Placeholder 2">
            <a:extLst>
              <a:ext uri="{FF2B5EF4-FFF2-40B4-BE49-F238E27FC236}">
                <a16:creationId xmlns:a16="http://schemas.microsoft.com/office/drawing/2014/main" id="{FAB29377-F798-3436-B394-0FA24177424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E2FCDBB-206F-CAA0-6D5C-F1E30AC67C2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G"/>
          </a:p>
        </p:txBody>
      </p:sp>
      <p:sp>
        <p:nvSpPr>
          <p:cNvPr id="5" name="Text Placeholder 4">
            <a:extLst>
              <a:ext uri="{FF2B5EF4-FFF2-40B4-BE49-F238E27FC236}">
                <a16:creationId xmlns:a16="http://schemas.microsoft.com/office/drawing/2014/main" id="{8B64AAC8-E9E4-FB15-E51C-BEB4ABF2C84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AD2AFE1-D2E8-B2D4-695A-D94775BE4E0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G"/>
          </a:p>
        </p:txBody>
      </p:sp>
      <p:sp>
        <p:nvSpPr>
          <p:cNvPr id="7" name="Date Placeholder 6">
            <a:extLst>
              <a:ext uri="{FF2B5EF4-FFF2-40B4-BE49-F238E27FC236}">
                <a16:creationId xmlns:a16="http://schemas.microsoft.com/office/drawing/2014/main" id="{760CD53C-888B-93C7-C3EA-7C2FBC6E1E49}"/>
              </a:ext>
            </a:extLst>
          </p:cNvPr>
          <p:cNvSpPr>
            <a:spLocks noGrp="1"/>
          </p:cNvSpPr>
          <p:nvPr>
            <p:ph type="dt" sz="half" idx="10"/>
          </p:nvPr>
        </p:nvSpPr>
        <p:spPr/>
        <p:txBody>
          <a:bodyPr/>
          <a:lstStyle/>
          <a:p>
            <a:fld id="{7AF34EB4-825C-42EF-9024-A4603D042964}" type="datetimeFigureOut">
              <a:rPr lang="en-UG" smtClean="0"/>
              <a:t>28/05/2026</a:t>
            </a:fld>
            <a:endParaRPr lang="en-UG"/>
          </a:p>
        </p:txBody>
      </p:sp>
      <p:sp>
        <p:nvSpPr>
          <p:cNvPr id="8" name="Footer Placeholder 7">
            <a:extLst>
              <a:ext uri="{FF2B5EF4-FFF2-40B4-BE49-F238E27FC236}">
                <a16:creationId xmlns:a16="http://schemas.microsoft.com/office/drawing/2014/main" id="{59D907AE-928B-E216-F029-CED4D4E048CC}"/>
              </a:ext>
            </a:extLst>
          </p:cNvPr>
          <p:cNvSpPr>
            <a:spLocks noGrp="1"/>
          </p:cNvSpPr>
          <p:nvPr>
            <p:ph type="ftr" sz="quarter" idx="11"/>
          </p:nvPr>
        </p:nvSpPr>
        <p:spPr/>
        <p:txBody>
          <a:bodyPr/>
          <a:lstStyle/>
          <a:p>
            <a:endParaRPr lang="en-UG"/>
          </a:p>
        </p:txBody>
      </p:sp>
      <p:sp>
        <p:nvSpPr>
          <p:cNvPr id="9" name="Slide Number Placeholder 8">
            <a:extLst>
              <a:ext uri="{FF2B5EF4-FFF2-40B4-BE49-F238E27FC236}">
                <a16:creationId xmlns:a16="http://schemas.microsoft.com/office/drawing/2014/main" id="{20D2A1D3-7D01-3049-AAF5-F62327AE49B7}"/>
              </a:ext>
            </a:extLst>
          </p:cNvPr>
          <p:cNvSpPr>
            <a:spLocks noGrp="1"/>
          </p:cNvSpPr>
          <p:nvPr>
            <p:ph type="sldNum" sz="quarter" idx="12"/>
          </p:nvPr>
        </p:nvSpPr>
        <p:spPr/>
        <p:txBody>
          <a:bodyPr/>
          <a:lstStyle/>
          <a:p>
            <a:fld id="{1D2EF7A7-5764-4848-AF22-AD923D55F2F7}" type="slidenum">
              <a:rPr lang="en-UG" smtClean="0"/>
              <a:t>‹#›</a:t>
            </a:fld>
            <a:endParaRPr lang="en-UG"/>
          </a:p>
        </p:txBody>
      </p:sp>
    </p:spTree>
    <p:extLst>
      <p:ext uri="{BB962C8B-B14F-4D97-AF65-F5344CB8AC3E}">
        <p14:creationId xmlns:p14="http://schemas.microsoft.com/office/powerpoint/2010/main" val="785489142"/>
      </p:ext>
    </p:extLst>
  </p:cSld>
  <p:clrMapOvr>
    <a:masterClrMapping/>
  </p:clrMapOvr>
  <mc:AlternateContent xmlns:mc="http://schemas.openxmlformats.org/markup-compatibility/2006">
    <mc:Choice xmlns:p14="http://schemas.microsoft.com/office/powerpoint/2010/main" Requires="p14">
      <p:transition spd="slow" p14:dur="2000">
        <p14:reveal/>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9A5E0F-E018-0DCB-F86A-75E1C8BF3672}"/>
              </a:ext>
            </a:extLst>
          </p:cNvPr>
          <p:cNvSpPr>
            <a:spLocks noGrp="1"/>
          </p:cNvSpPr>
          <p:nvPr>
            <p:ph type="title"/>
          </p:nvPr>
        </p:nvSpPr>
        <p:spPr/>
        <p:txBody>
          <a:bodyPr/>
          <a:lstStyle/>
          <a:p>
            <a:r>
              <a:rPr lang="en-US"/>
              <a:t>Click to edit Master title style</a:t>
            </a:r>
            <a:endParaRPr lang="en-UG"/>
          </a:p>
        </p:txBody>
      </p:sp>
      <p:sp>
        <p:nvSpPr>
          <p:cNvPr id="3" name="Date Placeholder 2">
            <a:extLst>
              <a:ext uri="{FF2B5EF4-FFF2-40B4-BE49-F238E27FC236}">
                <a16:creationId xmlns:a16="http://schemas.microsoft.com/office/drawing/2014/main" id="{7E9835C9-7105-02B2-8C9D-C26E76473A69}"/>
              </a:ext>
            </a:extLst>
          </p:cNvPr>
          <p:cNvSpPr>
            <a:spLocks noGrp="1"/>
          </p:cNvSpPr>
          <p:nvPr>
            <p:ph type="dt" sz="half" idx="10"/>
          </p:nvPr>
        </p:nvSpPr>
        <p:spPr/>
        <p:txBody>
          <a:bodyPr/>
          <a:lstStyle/>
          <a:p>
            <a:fld id="{7AF34EB4-825C-42EF-9024-A4603D042964}" type="datetimeFigureOut">
              <a:rPr lang="en-UG" smtClean="0"/>
              <a:t>28/05/2026</a:t>
            </a:fld>
            <a:endParaRPr lang="en-UG"/>
          </a:p>
        </p:txBody>
      </p:sp>
      <p:sp>
        <p:nvSpPr>
          <p:cNvPr id="4" name="Footer Placeholder 3">
            <a:extLst>
              <a:ext uri="{FF2B5EF4-FFF2-40B4-BE49-F238E27FC236}">
                <a16:creationId xmlns:a16="http://schemas.microsoft.com/office/drawing/2014/main" id="{8A757FA7-9C89-D0DD-9329-4225FA1F35A8}"/>
              </a:ext>
            </a:extLst>
          </p:cNvPr>
          <p:cNvSpPr>
            <a:spLocks noGrp="1"/>
          </p:cNvSpPr>
          <p:nvPr>
            <p:ph type="ftr" sz="quarter" idx="11"/>
          </p:nvPr>
        </p:nvSpPr>
        <p:spPr/>
        <p:txBody>
          <a:bodyPr/>
          <a:lstStyle/>
          <a:p>
            <a:endParaRPr lang="en-UG"/>
          </a:p>
        </p:txBody>
      </p:sp>
      <p:sp>
        <p:nvSpPr>
          <p:cNvPr id="5" name="Slide Number Placeholder 4">
            <a:extLst>
              <a:ext uri="{FF2B5EF4-FFF2-40B4-BE49-F238E27FC236}">
                <a16:creationId xmlns:a16="http://schemas.microsoft.com/office/drawing/2014/main" id="{2656F097-170F-F0F2-C17D-18344BB9FF3A}"/>
              </a:ext>
            </a:extLst>
          </p:cNvPr>
          <p:cNvSpPr>
            <a:spLocks noGrp="1"/>
          </p:cNvSpPr>
          <p:nvPr>
            <p:ph type="sldNum" sz="quarter" idx="12"/>
          </p:nvPr>
        </p:nvSpPr>
        <p:spPr/>
        <p:txBody>
          <a:bodyPr/>
          <a:lstStyle/>
          <a:p>
            <a:fld id="{1D2EF7A7-5764-4848-AF22-AD923D55F2F7}" type="slidenum">
              <a:rPr lang="en-UG" smtClean="0"/>
              <a:t>‹#›</a:t>
            </a:fld>
            <a:endParaRPr lang="en-UG"/>
          </a:p>
        </p:txBody>
      </p:sp>
    </p:spTree>
    <p:extLst>
      <p:ext uri="{BB962C8B-B14F-4D97-AF65-F5344CB8AC3E}">
        <p14:creationId xmlns:p14="http://schemas.microsoft.com/office/powerpoint/2010/main" val="2225330068"/>
      </p:ext>
    </p:extLst>
  </p:cSld>
  <p:clrMapOvr>
    <a:masterClrMapping/>
  </p:clrMapOvr>
  <mc:AlternateContent xmlns:mc="http://schemas.openxmlformats.org/markup-compatibility/2006">
    <mc:Choice xmlns:p14="http://schemas.microsoft.com/office/powerpoint/2010/main" Requires="p14">
      <p:transition spd="slow" p14:dur="2000">
        <p14:reveal/>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52729E5-6D8D-EC46-A5A7-6D08FEE3333F}"/>
              </a:ext>
            </a:extLst>
          </p:cNvPr>
          <p:cNvSpPr>
            <a:spLocks noGrp="1"/>
          </p:cNvSpPr>
          <p:nvPr>
            <p:ph type="dt" sz="half" idx="10"/>
          </p:nvPr>
        </p:nvSpPr>
        <p:spPr/>
        <p:txBody>
          <a:bodyPr/>
          <a:lstStyle/>
          <a:p>
            <a:fld id="{7AF34EB4-825C-42EF-9024-A4603D042964}" type="datetimeFigureOut">
              <a:rPr lang="en-UG" smtClean="0"/>
              <a:t>28/05/2026</a:t>
            </a:fld>
            <a:endParaRPr lang="en-UG"/>
          </a:p>
        </p:txBody>
      </p:sp>
      <p:sp>
        <p:nvSpPr>
          <p:cNvPr id="3" name="Footer Placeholder 2">
            <a:extLst>
              <a:ext uri="{FF2B5EF4-FFF2-40B4-BE49-F238E27FC236}">
                <a16:creationId xmlns:a16="http://schemas.microsoft.com/office/drawing/2014/main" id="{AB78A326-319F-B6A6-B72E-F214067BC2DF}"/>
              </a:ext>
            </a:extLst>
          </p:cNvPr>
          <p:cNvSpPr>
            <a:spLocks noGrp="1"/>
          </p:cNvSpPr>
          <p:nvPr>
            <p:ph type="ftr" sz="quarter" idx="11"/>
          </p:nvPr>
        </p:nvSpPr>
        <p:spPr/>
        <p:txBody>
          <a:bodyPr/>
          <a:lstStyle/>
          <a:p>
            <a:endParaRPr lang="en-UG"/>
          </a:p>
        </p:txBody>
      </p:sp>
      <p:sp>
        <p:nvSpPr>
          <p:cNvPr id="4" name="Slide Number Placeholder 3">
            <a:extLst>
              <a:ext uri="{FF2B5EF4-FFF2-40B4-BE49-F238E27FC236}">
                <a16:creationId xmlns:a16="http://schemas.microsoft.com/office/drawing/2014/main" id="{806E0BB2-C8CE-5B23-548D-CCDCBF8276BF}"/>
              </a:ext>
            </a:extLst>
          </p:cNvPr>
          <p:cNvSpPr>
            <a:spLocks noGrp="1"/>
          </p:cNvSpPr>
          <p:nvPr>
            <p:ph type="sldNum" sz="quarter" idx="12"/>
          </p:nvPr>
        </p:nvSpPr>
        <p:spPr/>
        <p:txBody>
          <a:bodyPr/>
          <a:lstStyle/>
          <a:p>
            <a:fld id="{1D2EF7A7-5764-4848-AF22-AD923D55F2F7}" type="slidenum">
              <a:rPr lang="en-UG" smtClean="0"/>
              <a:t>‹#›</a:t>
            </a:fld>
            <a:endParaRPr lang="en-UG"/>
          </a:p>
        </p:txBody>
      </p:sp>
    </p:spTree>
    <p:extLst>
      <p:ext uri="{BB962C8B-B14F-4D97-AF65-F5344CB8AC3E}">
        <p14:creationId xmlns:p14="http://schemas.microsoft.com/office/powerpoint/2010/main" val="2478374789"/>
      </p:ext>
    </p:extLst>
  </p:cSld>
  <p:clrMapOvr>
    <a:masterClrMapping/>
  </p:clrMapOvr>
  <mc:AlternateContent xmlns:mc="http://schemas.openxmlformats.org/markup-compatibility/2006">
    <mc:Choice xmlns:p14="http://schemas.microsoft.com/office/powerpoint/2010/main" Requires="p14">
      <p:transition spd="slow" p14:dur="2000">
        <p14:reveal/>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336C4-359E-18D2-DD75-5E1D32A655D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G"/>
          </a:p>
        </p:txBody>
      </p:sp>
      <p:sp>
        <p:nvSpPr>
          <p:cNvPr id="3" name="Content Placeholder 2">
            <a:extLst>
              <a:ext uri="{FF2B5EF4-FFF2-40B4-BE49-F238E27FC236}">
                <a16:creationId xmlns:a16="http://schemas.microsoft.com/office/drawing/2014/main" id="{477DF792-E20C-9F32-8C0A-09F34E8F7F1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G"/>
          </a:p>
        </p:txBody>
      </p:sp>
      <p:sp>
        <p:nvSpPr>
          <p:cNvPr id="4" name="Text Placeholder 3">
            <a:extLst>
              <a:ext uri="{FF2B5EF4-FFF2-40B4-BE49-F238E27FC236}">
                <a16:creationId xmlns:a16="http://schemas.microsoft.com/office/drawing/2014/main" id="{1521B63E-DE69-EF27-7FA8-8F56938C32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94354CD-F0E3-A61A-AD3F-0F289AD8074C}"/>
              </a:ext>
            </a:extLst>
          </p:cNvPr>
          <p:cNvSpPr>
            <a:spLocks noGrp="1"/>
          </p:cNvSpPr>
          <p:nvPr>
            <p:ph type="dt" sz="half" idx="10"/>
          </p:nvPr>
        </p:nvSpPr>
        <p:spPr/>
        <p:txBody>
          <a:bodyPr/>
          <a:lstStyle/>
          <a:p>
            <a:fld id="{7AF34EB4-825C-42EF-9024-A4603D042964}" type="datetimeFigureOut">
              <a:rPr lang="en-UG" smtClean="0"/>
              <a:t>28/05/2026</a:t>
            </a:fld>
            <a:endParaRPr lang="en-UG"/>
          </a:p>
        </p:txBody>
      </p:sp>
      <p:sp>
        <p:nvSpPr>
          <p:cNvPr id="6" name="Footer Placeholder 5">
            <a:extLst>
              <a:ext uri="{FF2B5EF4-FFF2-40B4-BE49-F238E27FC236}">
                <a16:creationId xmlns:a16="http://schemas.microsoft.com/office/drawing/2014/main" id="{557C0CC9-9469-204F-A03D-0330B555BA98}"/>
              </a:ext>
            </a:extLst>
          </p:cNvPr>
          <p:cNvSpPr>
            <a:spLocks noGrp="1"/>
          </p:cNvSpPr>
          <p:nvPr>
            <p:ph type="ftr" sz="quarter" idx="11"/>
          </p:nvPr>
        </p:nvSpPr>
        <p:spPr/>
        <p:txBody>
          <a:bodyPr/>
          <a:lstStyle/>
          <a:p>
            <a:endParaRPr lang="en-UG"/>
          </a:p>
        </p:txBody>
      </p:sp>
      <p:sp>
        <p:nvSpPr>
          <p:cNvPr id="7" name="Slide Number Placeholder 6">
            <a:extLst>
              <a:ext uri="{FF2B5EF4-FFF2-40B4-BE49-F238E27FC236}">
                <a16:creationId xmlns:a16="http://schemas.microsoft.com/office/drawing/2014/main" id="{47890199-8153-8182-492B-EF5BD015AE36}"/>
              </a:ext>
            </a:extLst>
          </p:cNvPr>
          <p:cNvSpPr>
            <a:spLocks noGrp="1"/>
          </p:cNvSpPr>
          <p:nvPr>
            <p:ph type="sldNum" sz="quarter" idx="12"/>
          </p:nvPr>
        </p:nvSpPr>
        <p:spPr/>
        <p:txBody>
          <a:bodyPr/>
          <a:lstStyle/>
          <a:p>
            <a:fld id="{1D2EF7A7-5764-4848-AF22-AD923D55F2F7}" type="slidenum">
              <a:rPr lang="en-UG" smtClean="0"/>
              <a:t>‹#›</a:t>
            </a:fld>
            <a:endParaRPr lang="en-UG"/>
          </a:p>
        </p:txBody>
      </p:sp>
    </p:spTree>
    <p:extLst>
      <p:ext uri="{BB962C8B-B14F-4D97-AF65-F5344CB8AC3E}">
        <p14:creationId xmlns:p14="http://schemas.microsoft.com/office/powerpoint/2010/main" val="2775193016"/>
      </p:ext>
    </p:extLst>
  </p:cSld>
  <p:clrMapOvr>
    <a:masterClrMapping/>
  </p:clrMapOvr>
  <mc:AlternateContent xmlns:mc="http://schemas.openxmlformats.org/markup-compatibility/2006">
    <mc:Choice xmlns:p14="http://schemas.microsoft.com/office/powerpoint/2010/main" Requires="p14">
      <p:transition spd="slow" p14:dur="2000">
        <p14:reveal/>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42A31E-CE57-1693-0148-EC99CF5A71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G"/>
          </a:p>
        </p:txBody>
      </p:sp>
      <p:sp>
        <p:nvSpPr>
          <p:cNvPr id="3" name="Picture Placeholder 2">
            <a:extLst>
              <a:ext uri="{FF2B5EF4-FFF2-40B4-BE49-F238E27FC236}">
                <a16:creationId xmlns:a16="http://schemas.microsoft.com/office/drawing/2014/main" id="{89B2955D-8899-E1F1-3E9C-165D7CF0C69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G"/>
          </a:p>
        </p:txBody>
      </p:sp>
      <p:sp>
        <p:nvSpPr>
          <p:cNvPr id="4" name="Text Placeholder 3">
            <a:extLst>
              <a:ext uri="{FF2B5EF4-FFF2-40B4-BE49-F238E27FC236}">
                <a16:creationId xmlns:a16="http://schemas.microsoft.com/office/drawing/2014/main" id="{A11758E1-8B97-3DC3-2A80-6CA6E2D395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AE52DB1-9FA9-A4FE-EF5D-45DD3F5E8467}"/>
              </a:ext>
            </a:extLst>
          </p:cNvPr>
          <p:cNvSpPr>
            <a:spLocks noGrp="1"/>
          </p:cNvSpPr>
          <p:nvPr>
            <p:ph type="dt" sz="half" idx="10"/>
          </p:nvPr>
        </p:nvSpPr>
        <p:spPr/>
        <p:txBody>
          <a:bodyPr/>
          <a:lstStyle/>
          <a:p>
            <a:fld id="{7AF34EB4-825C-42EF-9024-A4603D042964}" type="datetimeFigureOut">
              <a:rPr lang="en-UG" smtClean="0"/>
              <a:t>28/05/2026</a:t>
            </a:fld>
            <a:endParaRPr lang="en-UG"/>
          </a:p>
        </p:txBody>
      </p:sp>
      <p:sp>
        <p:nvSpPr>
          <p:cNvPr id="6" name="Footer Placeholder 5">
            <a:extLst>
              <a:ext uri="{FF2B5EF4-FFF2-40B4-BE49-F238E27FC236}">
                <a16:creationId xmlns:a16="http://schemas.microsoft.com/office/drawing/2014/main" id="{6B39D944-326F-2BCE-4BC9-2729746FDFDA}"/>
              </a:ext>
            </a:extLst>
          </p:cNvPr>
          <p:cNvSpPr>
            <a:spLocks noGrp="1"/>
          </p:cNvSpPr>
          <p:nvPr>
            <p:ph type="ftr" sz="quarter" idx="11"/>
          </p:nvPr>
        </p:nvSpPr>
        <p:spPr/>
        <p:txBody>
          <a:bodyPr/>
          <a:lstStyle/>
          <a:p>
            <a:endParaRPr lang="en-UG"/>
          </a:p>
        </p:txBody>
      </p:sp>
      <p:sp>
        <p:nvSpPr>
          <p:cNvPr id="7" name="Slide Number Placeholder 6">
            <a:extLst>
              <a:ext uri="{FF2B5EF4-FFF2-40B4-BE49-F238E27FC236}">
                <a16:creationId xmlns:a16="http://schemas.microsoft.com/office/drawing/2014/main" id="{7D24F15E-8283-82C1-CC59-1DDA50D253AF}"/>
              </a:ext>
            </a:extLst>
          </p:cNvPr>
          <p:cNvSpPr>
            <a:spLocks noGrp="1"/>
          </p:cNvSpPr>
          <p:nvPr>
            <p:ph type="sldNum" sz="quarter" idx="12"/>
          </p:nvPr>
        </p:nvSpPr>
        <p:spPr/>
        <p:txBody>
          <a:bodyPr/>
          <a:lstStyle/>
          <a:p>
            <a:fld id="{1D2EF7A7-5764-4848-AF22-AD923D55F2F7}" type="slidenum">
              <a:rPr lang="en-UG" smtClean="0"/>
              <a:t>‹#›</a:t>
            </a:fld>
            <a:endParaRPr lang="en-UG"/>
          </a:p>
        </p:txBody>
      </p:sp>
    </p:spTree>
    <p:extLst>
      <p:ext uri="{BB962C8B-B14F-4D97-AF65-F5344CB8AC3E}">
        <p14:creationId xmlns:p14="http://schemas.microsoft.com/office/powerpoint/2010/main" val="152579871"/>
      </p:ext>
    </p:extLst>
  </p:cSld>
  <p:clrMapOvr>
    <a:masterClrMapping/>
  </p:clrMapOvr>
  <mc:AlternateContent xmlns:mc="http://schemas.openxmlformats.org/markup-compatibility/2006">
    <mc:Choice xmlns:p14="http://schemas.microsoft.com/office/powerpoint/2010/main" Requires="p14">
      <p:transition spd="slow" p14:dur="2000">
        <p14:reveal/>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7AF6F6-EB5E-E41F-391E-EA15813A6E95}"/>
              </a:ext>
            </a:extLst>
          </p:cNvPr>
          <p:cNvSpPr>
            <a:spLocks noGrp="1"/>
          </p:cNvSpPr>
          <p:nvPr>
            <p:ph type="title"/>
          </p:nvPr>
        </p:nvSpPr>
        <p:spPr/>
        <p:txBody>
          <a:bodyPr/>
          <a:lstStyle/>
          <a:p>
            <a:r>
              <a:rPr lang="en-US"/>
              <a:t>Click to edit Master title style</a:t>
            </a:r>
            <a:endParaRPr lang="en-UG"/>
          </a:p>
        </p:txBody>
      </p:sp>
      <p:sp>
        <p:nvSpPr>
          <p:cNvPr id="3" name="Vertical Text Placeholder 2">
            <a:extLst>
              <a:ext uri="{FF2B5EF4-FFF2-40B4-BE49-F238E27FC236}">
                <a16:creationId xmlns:a16="http://schemas.microsoft.com/office/drawing/2014/main" id="{B15E4A6F-8EF1-4E4F-F5D4-C8993154444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G"/>
          </a:p>
        </p:txBody>
      </p:sp>
      <p:sp>
        <p:nvSpPr>
          <p:cNvPr id="4" name="Date Placeholder 3">
            <a:extLst>
              <a:ext uri="{FF2B5EF4-FFF2-40B4-BE49-F238E27FC236}">
                <a16:creationId xmlns:a16="http://schemas.microsoft.com/office/drawing/2014/main" id="{49D4321E-952E-39A3-2F52-11F179848BAE}"/>
              </a:ext>
            </a:extLst>
          </p:cNvPr>
          <p:cNvSpPr>
            <a:spLocks noGrp="1"/>
          </p:cNvSpPr>
          <p:nvPr>
            <p:ph type="dt" sz="half" idx="10"/>
          </p:nvPr>
        </p:nvSpPr>
        <p:spPr/>
        <p:txBody>
          <a:bodyPr/>
          <a:lstStyle/>
          <a:p>
            <a:fld id="{7AF34EB4-825C-42EF-9024-A4603D042964}" type="datetimeFigureOut">
              <a:rPr lang="en-UG" smtClean="0"/>
              <a:t>28/05/2026</a:t>
            </a:fld>
            <a:endParaRPr lang="en-UG"/>
          </a:p>
        </p:txBody>
      </p:sp>
      <p:sp>
        <p:nvSpPr>
          <p:cNvPr id="5" name="Footer Placeholder 4">
            <a:extLst>
              <a:ext uri="{FF2B5EF4-FFF2-40B4-BE49-F238E27FC236}">
                <a16:creationId xmlns:a16="http://schemas.microsoft.com/office/drawing/2014/main" id="{CE6EA785-3790-3969-0FA8-C46FE6471514}"/>
              </a:ext>
            </a:extLst>
          </p:cNvPr>
          <p:cNvSpPr>
            <a:spLocks noGrp="1"/>
          </p:cNvSpPr>
          <p:nvPr>
            <p:ph type="ftr" sz="quarter" idx="11"/>
          </p:nvPr>
        </p:nvSpPr>
        <p:spPr/>
        <p:txBody>
          <a:bodyPr/>
          <a:lstStyle/>
          <a:p>
            <a:endParaRPr lang="en-UG"/>
          </a:p>
        </p:txBody>
      </p:sp>
      <p:sp>
        <p:nvSpPr>
          <p:cNvPr id="6" name="Slide Number Placeholder 5">
            <a:extLst>
              <a:ext uri="{FF2B5EF4-FFF2-40B4-BE49-F238E27FC236}">
                <a16:creationId xmlns:a16="http://schemas.microsoft.com/office/drawing/2014/main" id="{8AF5B401-A1C4-4F1D-1120-984CC6936F77}"/>
              </a:ext>
            </a:extLst>
          </p:cNvPr>
          <p:cNvSpPr>
            <a:spLocks noGrp="1"/>
          </p:cNvSpPr>
          <p:nvPr>
            <p:ph type="sldNum" sz="quarter" idx="12"/>
          </p:nvPr>
        </p:nvSpPr>
        <p:spPr/>
        <p:txBody>
          <a:bodyPr/>
          <a:lstStyle/>
          <a:p>
            <a:fld id="{1D2EF7A7-5764-4848-AF22-AD923D55F2F7}" type="slidenum">
              <a:rPr lang="en-UG" smtClean="0"/>
              <a:t>‹#›</a:t>
            </a:fld>
            <a:endParaRPr lang="en-UG"/>
          </a:p>
        </p:txBody>
      </p:sp>
    </p:spTree>
    <p:extLst>
      <p:ext uri="{BB962C8B-B14F-4D97-AF65-F5344CB8AC3E}">
        <p14:creationId xmlns:p14="http://schemas.microsoft.com/office/powerpoint/2010/main" val="753085066"/>
      </p:ext>
    </p:extLst>
  </p:cSld>
  <p:clrMapOvr>
    <a:masterClrMapping/>
  </p:clrMapOvr>
  <mc:AlternateContent xmlns:mc="http://schemas.openxmlformats.org/markup-compatibility/2006">
    <mc:Choice xmlns:p14="http://schemas.microsoft.com/office/powerpoint/2010/main" Requires="p14">
      <p:transition spd="slow" p14:dur="2000">
        <p14:reveal/>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2BD0F4D-8A8A-F0F3-D9BC-6FA2DE628A6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UG"/>
          </a:p>
        </p:txBody>
      </p:sp>
      <p:sp>
        <p:nvSpPr>
          <p:cNvPr id="3" name="Vertical Text Placeholder 2">
            <a:extLst>
              <a:ext uri="{FF2B5EF4-FFF2-40B4-BE49-F238E27FC236}">
                <a16:creationId xmlns:a16="http://schemas.microsoft.com/office/drawing/2014/main" id="{A12912A0-8733-085E-74C3-35D760EF13C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G"/>
          </a:p>
        </p:txBody>
      </p:sp>
      <p:sp>
        <p:nvSpPr>
          <p:cNvPr id="4" name="Date Placeholder 3">
            <a:extLst>
              <a:ext uri="{FF2B5EF4-FFF2-40B4-BE49-F238E27FC236}">
                <a16:creationId xmlns:a16="http://schemas.microsoft.com/office/drawing/2014/main" id="{B454A716-3D9A-1F45-DABE-95E18872A9F0}"/>
              </a:ext>
            </a:extLst>
          </p:cNvPr>
          <p:cNvSpPr>
            <a:spLocks noGrp="1"/>
          </p:cNvSpPr>
          <p:nvPr>
            <p:ph type="dt" sz="half" idx="10"/>
          </p:nvPr>
        </p:nvSpPr>
        <p:spPr/>
        <p:txBody>
          <a:bodyPr/>
          <a:lstStyle/>
          <a:p>
            <a:fld id="{7AF34EB4-825C-42EF-9024-A4603D042964}" type="datetimeFigureOut">
              <a:rPr lang="en-UG" smtClean="0"/>
              <a:t>28/05/2026</a:t>
            </a:fld>
            <a:endParaRPr lang="en-UG"/>
          </a:p>
        </p:txBody>
      </p:sp>
      <p:sp>
        <p:nvSpPr>
          <p:cNvPr id="5" name="Footer Placeholder 4">
            <a:extLst>
              <a:ext uri="{FF2B5EF4-FFF2-40B4-BE49-F238E27FC236}">
                <a16:creationId xmlns:a16="http://schemas.microsoft.com/office/drawing/2014/main" id="{7F132EE1-2997-8B09-ADB6-8BE1AF3102D5}"/>
              </a:ext>
            </a:extLst>
          </p:cNvPr>
          <p:cNvSpPr>
            <a:spLocks noGrp="1"/>
          </p:cNvSpPr>
          <p:nvPr>
            <p:ph type="ftr" sz="quarter" idx="11"/>
          </p:nvPr>
        </p:nvSpPr>
        <p:spPr/>
        <p:txBody>
          <a:bodyPr/>
          <a:lstStyle/>
          <a:p>
            <a:endParaRPr lang="en-UG"/>
          </a:p>
        </p:txBody>
      </p:sp>
      <p:sp>
        <p:nvSpPr>
          <p:cNvPr id="6" name="Slide Number Placeholder 5">
            <a:extLst>
              <a:ext uri="{FF2B5EF4-FFF2-40B4-BE49-F238E27FC236}">
                <a16:creationId xmlns:a16="http://schemas.microsoft.com/office/drawing/2014/main" id="{A2CEE932-E3D0-390B-1DE0-6564BB369BD4}"/>
              </a:ext>
            </a:extLst>
          </p:cNvPr>
          <p:cNvSpPr>
            <a:spLocks noGrp="1"/>
          </p:cNvSpPr>
          <p:nvPr>
            <p:ph type="sldNum" sz="quarter" idx="12"/>
          </p:nvPr>
        </p:nvSpPr>
        <p:spPr/>
        <p:txBody>
          <a:bodyPr/>
          <a:lstStyle/>
          <a:p>
            <a:fld id="{1D2EF7A7-5764-4848-AF22-AD923D55F2F7}" type="slidenum">
              <a:rPr lang="en-UG" smtClean="0"/>
              <a:t>‹#›</a:t>
            </a:fld>
            <a:endParaRPr lang="en-UG"/>
          </a:p>
        </p:txBody>
      </p:sp>
    </p:spTree>
    <p:extLst>
      <p:ext uri="{BB962C8B-B14F-4D97-AF65-F5344CB8AC3E}">
        <p14:creationId xmlns:p14="http://schemas.microsoft.com/office/powerpoint/2010/main" val="203627647"/>
      </p:ext>
    </p:extLst>
  </p:cSld>
  <p:clrMapOvr>
    <a:masterClrMapping/>
  </p:clrMapOvr>
  <mc:AlternateContent xmlns:mc="http://schemas.openxmlformats.org/markup-compatibility/2006">
    <mc:Choice xmlns:p14="http://schemas.microsoft.com/office/powerpoint/2010/main" Requires="p14">
      <p:transition spd="slow" p14:dur="2000">
        <p14:reveal/>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4F68622-CDC2-CDDE-F0D3-012C4F422E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G"/>
          </a:p>
        </p:txBody>
      </p:sp>
      <p:sp>
        <p:nvSpPr>
          <p:cNvPr id="3" name="Text Placeholder 2">
            <a:extLst>
              <a:ext uri="{FF2B5EF4-FFF2-40B4-BE49-F238E27FC236}">
                <a16:creationId xmlns:a16="http://schemas.microsoft.com/office/drawing/2014/main" id="{A4A7DBF4-0FD9-73D9-FF8F-6537CF1ADC2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G"/>
          </a:p>
        </p:txBody>
      </p:sp>
      <p:sp>
        <p:nvSpPr>
          <p:cNvPr id="4" name="Date Placeholder 3">
            <a:extLst>
              <a:ext uri="{FF2B5EF4-FFF2-40B4-BE49-F238E27FC236}">
                <a16:creationId xmlns:a16="http://schemas.microsoft.com/office/drawing/2014/main" id="{7924F306-68FA-B37A-4235-BFACC56C342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AF34EB4-825C-42EF-9024-A4603D042964}" type="datetimeFigureOut">
              <a:rPr lang="en-UG" smtClean="0"/>
              <a:t>28/05/2026</a:t>
            </a:fld>
            <a:endParaRPr lang="en-UG"/>
          </a:p>
        </p:txBody>
      </p:sp>
      <p:sp>
        <p:nvSpPr>
          <p:cNvPr id="5" name="Footer Placeholder 4">
            <a:extLst>
              <a:ext uri="{FF2B5EF4-FFF2-40B4-BE49-F238E27FC236}">
                <a16:creationId xmlns:a16="http://schemas.microsoft.com/office/drawing/2014/main" id="{7A4653EA-CF3E-F239-D18D-57332D93AF8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G"/>
          </a:p>
        </p:txBody>
      </p:sp>
      <p:sp>
        <p:nvSpPr>
          <p:cNvPr id="6" name="Slide Number Placeholder 5">
            <a:extLst>
              <a:ext uri="{FF2B5EF4-FFF2-40B4-BE49-F238E27FC236}">
                <a16:creationId xmlns:a16="http://schemas.microsoft.com/office/drawing/2014/main" id="{9BCB4061-6FF4-7D95-B2DB-0A918D2F829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2EF7A7-5764-4848-AF22-AD923D55F2F7}" type="slidenum">
              <a:rPr lang="en-UG" smtClean="0"/>
              <a:t>‹#›</a:t>
            </a:fld>
            <a:endParaRPr lang="en-UG"/>
          </a:p>
        </p:txBody>
      </p:sp>
    </p:spTree>
    <p:extLst>
      <p:ext uri="{BB962C8B-B14F-4D97-AF65-F5344CB8AC3E}">
        <p14:creationId xmlns:p14="http://schemas.microsoft.com/office/powerpoint/2010/main" val="4468297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Requires="p14">
      <p:transition spd="slow" p14:dur="2000">
        <p14:reveal/>
      </p:transition>
    </mc:Choice>
    <mc:Fallback>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Elephant" panose="02020904090505020303"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5DFB307-D1B8-B1D6-84AB-E635E8090142}"/>
              </a:ext>
              <a:ext uri="{C183D7F6-B498-43B3-948B-1728B52AA6E4}">
                <adec:decorative xmlns:adec="http://schemas.microsoft.com/office/drawing/2017/decorative" val="1"/>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1" y="10"/>
            <a:ext cx="12192001" cy="6857990"/>
          </a:xfrm>
          <a:prstGeom prst="rect">
            <a:avLst/>
          </a:prstGeom>
        </p:spPr>
      </p:pic>
      <p:sp>
        <p:nvSpPr>
          <p:cNvPr id="2" name="Title 1">
            <a:extLst>
              <a:ext uri="{FF2B5EF4-FFF2-40B4-BE49-F238E27FC236}">
                <a16:creationId xmlns:a16="http://schemas.microsoft.com/office/drawing/2014/main" id="{46B42673-C9A0-89ED-646B-6B6F5E031A19}"/>
              </a:ext>
            </a:extLst>
          </p:cNvPr>
          <p:cNvSpPr>
            <a:spLocks noGrp="1"/>
          </p:cNvSpPr>
          <p:nvPr>
            <p:ph type="ctrTitle"/>
          </p:nvPr>
        </p:nvSpPr>
        <p:spPr/>
        <p:txBody>
          <a:bodyPr>
            <a:normAutofit/>
          </a:bodyPr>
          <a:lstStyle/>
          <a:p>
            <a:r>
              <a:rPr lang="en-US" sz="7200" dirty="0"/>
              <a:t>Prepaid Electricity Token System</a:t>
            </a:r>
            <a:endParaRPr lang="en-UG" sz="7200" dirty="0"/>
          </a:p>
        </p:txBody>
      </p:sp>
      <p:sp>
        <p:nvSpPr>
          <p:cNvPr id="3" name="Subtitle 2">
            <a:extLst>
              <a:ext uri="{FF2B5EF4-FFF2-40B4-BE49-F238E27FC236}">
                <a16:creationId xmlns:a16="http://schemas.microsoft.com/office/drawing/2014/main" id="{8D36A06C-041B-BC2C-2705-0CECB3D75865}"/>
              </a:ext>
            </a:extLst>
          </p:cNvPr>
          <p:cNvSpPr>
            <a:spLocks noGrp="1"/>
          </p:cNvSpPr>
          <p:nvPr>
            <p:ph type="subTitle" idx="1"/>
          </p:nvPr>
        </p:nvSpPr>
        <p:spPr/>
        <p:txBody>
          <a:bodyPr/>
          <a:lstStyle/>
          <a:p>
            <a:r>
              <a:rPr lang="en-US" dirty="0"/>
              <a:t>Kyambogo University | Dept. of Biomedical &amp; Mechatronics Engineering. Group 4 | TEMB 1202: Computing II</a:t>
            </a:r>
            <a:endParaRPr lang="en-UG" dirty="0"/>
          </a:p>
        </p:txBody>
      </p:sp>
    </p:spTree>
    <p:extLst>
      <p:ext uri="{BB962C8B-B14F-4D97-AF65-F5344CB8AC3E}">
        <p14:creationId xmlns:p14="http://schemas.microsoft.com/office/powerpoint/2010/main" val="660030157"/>
      </p:ext>
    </p:extLst>
  </p:cSld>
  <p:clrMapOvr>
    <a:masterClrMapping/>
  </p:clrMapOvr>
  <mc:AlternateContent xmlns:mc="http://schemas.openxmlformats.org/markup-compatibility/2006">
    <mc:Choice xmlns:p14="http://schemas.microsoft.com/office/powerpoint/2010/main" Requires="p14">
      <p:transition spd="slow" p14:dur="2000">
        <p14:reveal/>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5BCB2D5-ECF6-1885-ED9E-49BC97254918}"/>
              </a:ext>
              <a:ext uri="{C183D7F6-B498-43B3-948B-1728B52AA6E4}">
                <adec:decorative xmlns:adec="http://schemas.microsoft.com/office/drawing/2017/decorative" val="1"/>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1" y="10"/>
            <a:ext cx="12192001" cy="6857990"/>
          </a:xfrm>
          <a:prstGeom prst="rect">
            <a:avLst/>
          </a:prstGeom>
        </p:spPr>
      </p:pic>
      <p:sp>
        <p:nvSpPr>
          <p:cNvPr id="2" name="Title 1">
            <a:extLst>
              <a:ext uri="{FF2B5EF4-FFF2-40B4-BE49-F238E27FC236}">
                <a16:creationId xmlns:a16="http://schemas.microsoft.com/office/drawing/2014/main" id="{D9DA7BBE-7DE4-E5B0-8004-2D76B95C5EBF}"/>
              </a:ext>
            </a:extLst>
          </p:cNvPr>
          <p:cNvSpPr>
            <a:spLocks noGrp="1"/>
          </p:cNvSpPr>
          <p:nvPr>
            <p:ph type="title"/>
          </p:nvPr>
        </p:nvSpPr>
        <p:spPr/>
        <p:txBody>
          <a:bodyPr>
            <a:normAutofit/>
          </a:bodyPr>
          <a:lstStyle/>
          <a:p>
            <a:r>
              <a:rPr lang="en-US" sz="5400" dirty="0"/>
              <a:t>Table 1: Group 4</a:t>
            </a:r>
            <a:endParaRPr lang="en-UG" sz="5400" dirty="0"/>
          </a:p>
        </p:txBody>
      </p:sp>
      <p:graphicFrame>
        <p:nvGraphicFramePr>
          <p:cNvPr id="5" name="Content Placeholder 4">
            <a:extLst>
              <a:ext uri="{FF2B5EF4-FFF2-40B4-BE49-F238E27FC236}">
                <a16:creationId xmlns:a16="http://schemas.microsoft.com/office/drawing/2014/main" id="{3D430CDA-2B6D-0B76-667F-36756CEE6676}"/>
              </a:ext>
            </a:extLst>
          </p:cNvPr>
          <p:cNvGraphicFramePr>
            <a:graphicFrameLocks noGrp="1"/>
          </p:cNvGraphicFramePr>
          <p:nvPr>
            <p:ph idx="1"/>
            <p:extLst>
              <p:ext uri="{D42A27DB-BD31-4B8C-83A1-F6EECF244321}">
                <p14:modId xmlns:p14="http://schemas.microsoft.com/office/powerpoint/2010/main" val="3324009193"/>
              </p:ext>
            </p:extLst>
          </p:nvPr>
        </p:nvGraphicFramePr>
        <p:xfrm>
          <a:off x="838200" y="1825624"/>
          <a:ext cx="10515600" cy="4163697"/>
        </p:xfrm>
        <a:graphic>
          <a:graphicData uri="http://schemas.openxmlformats.org/drawingml/2006/table">
            <a:tbl>
              <a:tblPr firstRow="1" bandRow="1">
                <a:tableStyleId>{8EC20E35-A176-4012-BC5E-935CFFF8708E}</a:tableStyleId>
              </a:tblPr>
              <a:tblGrid>
                <a:gridCol w="5257800">
                  <a:extLst>
                    <a:ext uri="{9D8B030D-6E8A-4147-A177-3AD203B41FA5}">
                      <a16:colId xmlns:a16="http://schemas.microsoft.com/office/drawing/2014/main" val="2206248439"/>
                    </a:ext>
                  </a:extLst>
                </a:gridCol>
                <a:gridCol w="5257800">
                  <a:extLst>
                    <a:ext uri="{9D8B030D-6E8A-4147-A177-3AD203B41FA5}">
                      <a16:colId xmlns:a16="http://schemas.microsoft.com/office/drawing/2014/main" val="1305909259"/>
                    </a:ext>
                  </a:extLst>
                </a:gridCol>
              </a:tblGrid>
              <a:tr h="811579">
                <a:tc>
                  <a:txBody>
                    <a:bodyPr/>
                    <a:lstStyle/>
                    <a:p>
                      <a:r>
                        <a:rPr lang="en-US" sz="2800" dirty="0">
                          <a:latin typeface="Times New Roman" panose="02020603050405020304" pitchFamily="18" charset="0"/>
                          <a:cs typeface="Times New Roman" panose="02020603050405020304" pitchFamily="18" charset="0"/>
                        </a:rPr>
                        <a:t>Name</a:t>
                      </a:r>
                      <a:endParaRPr lang="en-UG" sz="2800" dirty="0">
                        <a:latin typeface="Times New Roman" panose="02020603050405020304" pitchFamily="18" charset="0"/>
                        <a:cs typeface="Times New Roman" panose="02020603050405020304" pitchFamily="18" charset="0"/>
                      </a:endParaRPr>
                    </a:p>
                  </a:txBody>
                  <a:tcPr/>
                </a:tc>
                <a:tc>
                  <a:txBody>
                    <a:bodyPr/>
                    <a:lstStyle/>
                    <a:p>
                      <a:r>
                        <a:rPr lang="en-US" sz="2800" dirty="0">
                          <a:latin typeface="Times New Roman" panose="02020603050405020304" pitchFamily="18" charset="0"/>
                          <a:cs typeface="Times New Roman" panose="02020603050405020304" pitchFamily="18" charset="0"/>
                        </a:rPr>
                        <a:t>Registration Number</a:t>
                      </a:r>
                      <a:endParaRPr lang="en-UG" sz="2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31151770"/>
                  </a:ext>
                </a:extLst>
              </a:tr>
              <a:tr h="917381">
                <a:tc>
                  <a:txBody>
                    <a:bodyPr/>
                    <a:lstStyle/>
                    <a:p>
                      <a:r>
                        <a:rPr lang="en-US" sz="2800" dirty="0">
                          <a:latin typeface="Times New Roman" panose="02020603050405020304" pitchFamily="18" charset="0"/>
                          <a:cs typeface="Times New Roman" panose="02020603050405020304" pitchFamily="18" charset="0"/>
                        </a:rPr>
                        <a:t>BUKENYA JOHN MATHIAS</a:t>
                      </a:r>
                      <a:endParaRPr lang="en-UG" sz="2800" dirty="0">
                        <a:latin typeface="Times New Roman" panose="02020603050405020304" pitchFamily="18" charset="0"/>
                        <a:cs typeface="Times New Roman" panose="02020603050405020304" pitchFamily="18" charset="0"/>
                      </a:endParaRPr>
                    </a:p>
                  </a:txBody>
                  <a:tcPr/>
                </a:tc>
                <a:tc>
                  <a:txBody>
                    <a:bodyPr/>
                    <a:lstStyle/>
                    <a:p>
                      <a:r>
                        <a:rPr lang="en-US" sz="2800" dirty="0">
                          <a:latin typeface="Times New Roman" panose="02020603050405020304" pitchFamily="18" charset="0"/>
                          <a:cs typeface="Times New Roman" panose="02020603050405020304" pitchFamily="18" charset="0"/>
                        </a:rPr>
                        <a:t>25/U/BIO/025/GV </a:t>
                      </a:r>
                      <a:endParaRPr lang="en-UG" sz="2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720318564"/>
                  </a:ext>
                </a:extLst>
              </a:tr>
              <a:tr h="811579">
                <a:tc>
                  <a:txBody>
                    <a:bodyPr/>
                    <a:lstStyle/>
                    <a:p>
                      <a:r>
                        <a:rPr lang="en-US" sz="2800" dirty="0">
                          <a:latin typeface="Times New Roman" panose="02020603050405020304" pitchFamily="18" charset="0"/>
                          <a:cs typeface="Times New Roman" panose="02020603050405020304" pitchFamily="18" charset="0"/>
                        </a:rPr>
                        <a:t>SSEKYANZI EDRINE ALLAN </a:t>
                      </a:r>
                      <a:endParaRPr lang="en-UG" sz="2800" dirty="0">
                        <a:latin typeface="Times New Roman" panose="02020603050405020304" pitchFamily="18" charset="0"/>
                        <a:cs typeface="Times New Roman" panose="02020603050405020304" pitchFamily="18" charset="0"/>
                      </a:endParaRPr>
                    </a:p>
                  </a:txBody>
                  <a:tcPr/>
                </a:tc>
                <a:tc>
                  <a:txBody>
                    <a:bodyPr/>
                    <a:lstStyle/>
                    <a:p>
                      <a:r>
                        <a:rPr lang="en-US" sz="2800" dirty="0">
                          <a:latin typeface="Times New Roman" panose="02020603050405020304" pitchFamily="18" charset="0"/>
                          <a:cs typeface="Times New Roman" panose="02020603050405020304" pitchFamily="18" charset="0"/>
                        </a:rPr>
                        <a:t>25/U/BIO/030/GV </a:t>
                      </a:r>
                      <a:endParaRPr lang="en-UG" sz="2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204493529"/>
                  </a:ext>
                </a:extLst>
              </a:tr>
              <a:tr h="811579">
                <a:tc>
                  <a:txBody>
                    <a:bodyPr/>
                    <a:lstStyle/>
                    <a:p>
                      <a:r>
                        <a:rPr lang="en-US" sz="2800" dirty="0">
                          <a:latin typeface="Times New Roman" panose="02020603050405020304" pitchFamily="18" charset="0"/>
                          <a:cs typeface="Times New Roman" panose="02020603050405020304" pitchFamily="18" charset="0"/>
                        </a:rPr>
                        <a:t>NAMBATYA BUSHIRAT </a:t>
                      </a:r>
                      <a:endParaRPr lang="en-UG" sz="2800" dirty="0">
                        <a:latin typeface="Times New Roman" panose="02020603050405020304" pitchFamily="18" charset="0"/>
                        <a:cs typeface="Times New Roman" panose="02020603050405020304" pitchFamily="18" charset="0"/>
                      </a:endParaRPr>
                    </a:p>
                  </a:txBody>
                  <a:tcPr/>
                </a:tc>
                <a:tc>
                  <a:txBody>
                    <a:bodyPr/>
                    <a:lstStyle/>
                    <a:p>
                      <a:r>
                        <a:rPr lang="en-US" sz="2800" dirty="0">
                          <a:latin typeface="Times New Roman" panose="02020603050405020304" pitchFamily="18" charset="0"/>
                          <a:cs typeface="Times New Roman" panose="02020603050405020304" pitchFamily="18" charset="0"/>
                        </a:rPr>
                        <a:t>25/U/BIO/01405/PD </a:t>
                      </a:r>
                      <a:endParaRPr lang="en-UG" sz="2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321012963"/>
                  </a:ext>
                </a:extLst>
              </a:tr>
              <a:tr h="811579">
                <a:tc>
                  <a:txBody>
                    <a:bodyPr/>
                    <a:lstStyle/>
                    <a:p>
                      <a:r>
                        <a:rPr lang="en-US" sz="2800" dirty="0">
                          <a:latin typeface="Times New Roman" panose="02020603050405020304" pitchFamily="18" charset="0"/>
                          <a:cs typeface="Times New Roman" panose="02020603050405020304" pitchFamily="18" charset="0"/>
                        </a:rPr>
                        <a:t>MWESIGWA ELLY </a:t>
                      </a:r>
                      <a:endParaRPr lang="en-UG" sz="2800" dirty="0">
                        <a:latin typeface="Times New Roman" panose="02020603050405020304" pitchFamily="18" charset="0"/>
                        <a:cs typeface="Times New Roman" panose="02020603050405020304" pitchFamily="18" charset="0"/>
                      </a:endParaRPr>
                    </a:p>
                  </a:txBody>
                  <a:tcPr/>
                </a:tc>
                <a:tc>
                  <a:txBody>
                    <a:bodyPr/>
                    <a:lstStyle/>
                    <a:p>
                      <a:r>
                        <a:rPr lang="en-US" sz="2800" dirty="0">
                          <a:latin typeface="Times New Roman" panose="02020603050405020304" pitchFamily="18" charset="0"/>
                          <a:cs typeface="Times New Roman" panose="02020603050405020304" pitchFamily="18" charset="0"/>
                        </a:rPr>
                        <a:t>25/U/BIO/01402/PD</a:t>
                      </a:r>
                      <a:endParaRPr lang="en-UG" sz="2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982685022"/>
                  </a:ext>
                </a:extLst>
              </a:tr>
            </a:tbl>
          </a:graphicData>
        </a:graphic>
      </p:graphicFrame>
    </p:spTree>
    <p:extLst>
      <p:ext uri="{BB962C8B-B14F-4D97-AF65-F5344CB8AC3E}">
        <p14:creationId xmlns:p14="http://schemas.microsoft.com/office/powerpoint/2010/main" val="4215769312"/>
      </p:ext>
    </p:extLst>
  </p:cSld>
  <p:clrMapOvr>
    <a:masterClrMapping/>
  </p:clrMapOvr>
  <mc:AlternateContent xmlns:mc="http://schemas.openxmlformats.org/markup-compatibility/2006">
    <mc:Choice xmlns:p14="http://schemas.microsoft.com/office/powerpoint/2010/main" Requires="p14">
      <p:transition spd="slow" p14:dur="2000">
        <p14:reveal/>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D60C4A3-0B63-4ADD-DBBC-D09A23E79CE9}"/>
              </a:ext>
              <a:ext uri="{C183D7F6-B498-43B3-948B-1728B52AA6E4}">
                <adec:decorative xmlns:adec="http://schemas.microsoft.com/office/drawing/2017/decorative" val="1"/>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0" y="10"/>
            <a:ext cx="12192000" cy="1825615"/>
          </a:xfrm>
          <a:prstGeom prst="rect">
            <a:avLst/>
          </a:prstGeom>
        </p:spPr>
      </p:pic>
      <p:sp>
        <p:nvSpPr>
          <p:cNvPr id="2" name="Title 1">
            <a:extLst>
              <a:ext uri="{FF2B5EF4-FFF2-40B4-BE49-F238E27FC236}">
                <a16:creationId xmlns:a16="http://schemas.microsoft.com/office/drawing/2014/main" id="{05A74861-C8DE-A99D-67ED-8588560BA3FE}"/>
              </a:ext>
            </a:extLst>
          </p:cNvPr>
          <p:cNvSpPr>
            <a:spLocks noGrp="1"/>
          </p:cNvSpPr>
          <p:nvPr>
            <p:ph type="title"/>
          </p:nvPr>
        </p:nvSpPr>
        <p:spPr/>
        <p:txBody>
          <a:bodyPr>
            <a:normAutofit/>
          </a:bodyPr>
          <a:lstStyle/>
          <a:p>
            <a:r>
              <a:rPr lang="en-US" sz="5400" dirty="0"/>
              <a:t>Abstract</a:t>
            </a:r>
            <a:endParaRPr lang="en-UG" sz="5400" dirty="0"/>
          </a:p>
        </p:txBody>
      </p:sp>
      <p:sp>
        <p:nvSpPr>
          <p:cNvPr id="3" name="Content Placeholder 2">
            <a:extLst>
              <a:ext uri="{FF2B5EF4-FFF2-40B4-BE49-F238E27FC236}">
                <a16:creationId xmlns:a16="http://schemas.microsoft.com/office/drawing/2014/main" id="{E439181E-1AED-FADB-6510-14603E17CE5C}"/>
              </a:ext>
            </a:extLst>
          </p:cNvPr>
          <p:cNvSpPr>
            <a:spLocks noGrp="1"/>
          </p:cNvSpPr>
          <p:nvPr>
            <p:ph idx="1"/>
          </p:nvPr>
        </p:nvSpPr>
        <p:spPr/>
        <p:txBody>
          <a:bodyPr>
            <a:normAutofit/>
          </a:bodyPr>
          <a:lstStyle/>
          <a:p>
            <a:pPr marL="0" indent="0">
              <a:buNone/>
            </a:pPr>
            <a:r>
              <a:rPr lang="en-US" sz="3600" dirty="0"/>
              <a:t>This project presents a C-based software interface designed to manage electricity utility records and automated token purchases. The system ensures high accuracy in billing using structured data and modular programming techniques to handle customer registration, authentication, and service fee deductions.</a:t>
            </a:r>
            <a:endParaRPr lang="en-UG" sz="3600" dirty="0"/>
          </a:p>
        </p:txBody>
      </p:sp>
    </p:spTree>
    <p:extLst>
      <p:ext uri="{BB962C8B-B14F-4D97-AF65-F5344CB8AC3E}">
        <p14:creationId xmlns:p14="http://schemas.microsoft.com/office/powerpoint/2010/main" val="369698269"/>
      </p:ext>
    </p:extLst>
  </p:cSld>
  <p:clrMapOvr>
    <a:masterClrMapping/>
  </p:clrMapOvr>
  <mc:AlternateContent xmlns:mc="http://schemas.openxmlformats.org/markup-compatibility/2006">
    <mc:Choice xmlns:p14="http://schemas.microsoft.com/office/powerpoint/2010/main" Requires="p14">
      <p:transition spd="slow" p14:dur="2000">
        <p14:reveal/>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CED7F1C-4631-A9A2-BE4A-BA1E47141412}"/>
              </a:ext>
              <a:ext uri="{C183D7F6-B498-43B3-948B-1728B52AA6E4}">
                <adec:decorative xmlns:adec="http://schemas.microsoft.com/office/drawing/2017/decorative" val="1"/>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0" y="10"/>
            <a:ext cx="12192000" cy="1825615"/>
          </a:xfrm>
          <a:prstGeom prst="rect">
            <a:avLst/>
          </a:prstGeom>
        </p:spPr>
      </p:pic>
      <p:sp>
        <p:nvSpPr>
          <p:cNvPr id="4" name="Title 3">
            <a:extLst>
              <a:ext uri="{FF2B5EF4-FFF2-40B4-BE49-F238E27FC236}">
                <a16:creationId xmlns:a16="http://schemas.microsoft.com/office/drawing/2014/main" id="{9BEE3D94-F446-FDFA-0638-152CE93E6C6A}"/>
              </a:ext>
            </a:extLst>
          </p:cNvPr>
          <p:cNvSpPr>
            <a:spLocks noGrp="1"/>
          </p:cNvSpPr>
          <p:nvPr>
            <p:ph type="title"/>
          </p:nvPr>
        </p:nvSpPr>
        <p:spPr/>
        <p:txBody>
          <a:bodyPr>
            <a:normAutofit/>
          </a:bodyPr>
          <a:lstStyle/>
          <a:p>
            <a:r>
              <a:rPr lang="en-US" sz="5400" dirty="0"/>
              <a:t>Project Overview</a:t>
            </a:r>
            <a:endParaRPr lang="en-UG" sz="5400" dirty="0"/>
          </a:p>
        </p:txBody>
      </p:sp>
      <p:sp>
        <p:nvSpPr>
          <p:cNvPr id="5" name="Content Placeholder 4">
            <a:extLst>
              <a:ext uri="{FF2B5EF4-FFF2-40B4-BE49-F238E27FC236}">
                <a16:creationId xmlns:a16="http://schemas.microsoft.com/office/drawing/2014/main" id="{62201198-FB2E-B018-F131-0764295B07FF}"/>
              </a:ext>
            </a:extLst>
          </p:cNvPr>
          <p:cNvSpPr>
            <a:spLocks noGrp="1"/>
          </p:cNvSpPr>
          <p:nvPr>
            <p:ph sz="half" idx="1"/>
          </p:nvPr>
        </p:nvSpPr>
        <p:spPr/>
        <p:txBody>
          <a:bodyPr>
            <a:noAutofit/>
          </a:bodyPr>
          <a:lstStyle/>
          <a:p>
            <a:pPr marL="0" indent="0">
              <a:buNone/>
            </a:pPr>
            <a:r>
              <a:rPr lang="en-US" sz="3600" dirty="0">
                <a:latin typeface="Cooper Black" panose="0208090404030B020404" pitchFamily="18" charset="0"/>
              </a:rPr>
              <a:t>The Problem </a:t>
            </a:r>
          </a:p>
          <a:p>
            <a:pPr marL="0" indent="0">
              <a:buNone/>
            </a:pPr>
            <a:r>
              <a:rPr lang="en-US" sz="3600" dirty="0"/>
              <a:t>Manual electricity management is prone to errors, data loss, and tracking inefficiencies. Our system automates registration, token purchasing, and usage monitoring.</a:t>
            </a:r>
            <a:endParaRPr lang="en-UG" sz="3600" dirty="0"/>
          </a:p>
        </p:txBody>
      </p:sp>
      <p:sp>
        <p:nvSpPr>
          <p:cNvPr id="6" name="Content Placeholder 5">
            <a:extLst>
              <a:ext uri="{FF2B5EF4-FFF2-40B4-BE49-F238E27FC236}">
                <a16:creationId xmlns:a16="http://schemas.microsoft.com/office/drawing/2014/main" id="{CD9F5C4F-1D25-D3B7-2E88-81B13E458C50}"/>
              </a:ext>
            </a:extLst>
          </p:cNvPr>
          <p:cNvSpPr>
            <a:spLocks noGrp="1"/>
          </p:cNvSpPr>
          <p:nvPr>
            <p:ph sz="half" idx="2"/>
          </p:nvPr>
        </p:nvSpPr>
        <p:spPr/>
        <p:txBody>
          <a:bodyPr>
            <a:normAutofit/>
          </a:bodyPr>
          <a:lstStyle/>
          <a:p>
            <a:pPr marL="0" indent="0">
              <a:buNone/>
            </a:pPr>
            <a:r>
              <a:rPr lang="en-US" sz="3600" dirty="0">
                <a:latin typeface="Cooper Black" panose="0208090404030B020404" pitchFamily="18" charset="0"/>
              </a:rPr>
              <a:t>Key Features</a:t>
            </a:r>
          </a:p>
          <a:p>
            <a:r>
              <a:rPr lang="en-US" sz="3600" dirty="0"/>
              <a:t>Secure Authentication </a:t>
            </a:r>
          </a:p>
          <a:p>
            <a:r>
              <a:rPr lang="en-US" sz="3600" dirty="0"/>
              <a:t>CRUD Customer Management </a:t>
            </a:r>
          </a:p>
          <a:p>
            <a:r>
              <a:rPr lang="en-US" sz="3600" dirty="0"/>
              <a:t>Automated Category-based Billing </a:t>
            </a:r>
          </a:p>
          <a:p>
            <a:r>
              <a:rPr lang="en-US" sz="3600" dirty="0"/>
              <a:t>Low Balance Alert</a:t>
            </a:r>
            <a:endParaRPr lang="en-UG" sz="3600" dirty="0"/>
          </a:p>
        </p:txBody>
      </p:sp>
    </p:spTree>
    <p:extLst>
      <p:ext uri="{BB962C8B-B14F-4D97-AF65-F5344CB8AC3E}">
        <p14:creationId xmlns:p14="http://schemas.microsoft.com/office/powerpoint/2010/main" val="2801296616"/>
      </p:ext>
    </p:extLst>
  </p:cSld>
  <p:clrMapOvr>
    <a:masterClrMapping/>
  </p:clrMapOvr>
  <mc:AlternateContent xmlns:mc="http://schemas.openxmlformats.org/markup-compatibility/2006">
    <mc:Choice xmlns:p14="http://schemas.microsoft.com/office/powerpoint/2010/main" Requires="p14">
      <p:transition spd="slow" p14:dur="2000">
        <p14:reveal/>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75DF438-A41E-C921-BE30-28143D06F8B5}"/>
              </a:ext>
              <a:ext uri="{C183D7F6-B498-43B3-948B-1728B52AA6E4}">
                <adec:decorative xmlns:adec="http://schemas.microsoft.com/office/drawing/2017/decorative" val="1"/>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0" y="10"/>
            <a:ext cx="12192000" cy="1825615"/>
          </a:xfrm>
          <a:prstGeom prst="rect">
            <a:avLst/>
          </a:prstGeom>
        </p:spPr>
      </p:pic>
      <p:sp>
        <p:nvSpPr>
          <p:cNvPr id="2" name="Title 1">
            <a:extLst>
              <a:ext uri="{FF2B5EF4-FFF2-40B4-BE49-F238E27FC236}">
                <a16:creationId xmlns:a16="http://schemas.microsoft.com/office/drawing/2014/main" id="{05F27BE0-2A1D-0B38-489E-1A574881EE26}"/>
              </a:ext>
            </a:extLst>
          </p:cNvPr>
          <p:cNvSpPr>
            <a:spLocks noGrp="1"/>
          </p:cNvSpPr>
          <p:nvPr>
            <p:ph type="title"/>
          </p:nvPr>
        </p:nvSpPr>
        <p:spPr/>
        <p:txBody>
          <a:bodyPr>
            <a:normAutofit/>
          </a:bodyPr>
          <a:lstStyle/>
          <a:p>
            <a:r>
              <a:rPr lang="en-US" sz="5400" dirty="0"/>
              <a:t>Technical Architecture</a:t>
            </a:r>
            <a:endParaRPr lang="en-UG" sz="5400" dirty="0"/>
          </a:p>
        </p:txBody>
      </p:sp>
      <p:sp>
        <p:nvSpPr>
          <p:cNvPr id="3" name="Content Placeholder 2">
            <a:extLst>
              <a:ext uri="{FF2B5EF4-FFF2-40B4-BE49-F238E27FC236}">
                <a16:creationId xmlns:a16="http://schemas.microsoft.com/office/drawing/2014/main" id="{F6896AC7-A295-7BD4-A087-45DAF7E36B55}"/>
              </a:ext>
            </a:extLst>
          </p:cNvPr>
          <p:cNvSpPr>
            <a:spLocks noGrp="1"/>
          </p:cNvSpPr>
          <p:nvPr>
            <p:ph idx="1"/>
          </p:nvPr>
        </p:nvSpPr>
        <p:spPr/>
        <p:txBody>
          <a:bodyPr>
            <a:normAutofit/>
          </a:bodyPr>
          <a:lstStyle/>
          <a:p>
            <a:r>
              <a:rPr lang="en-US" sz="3600" dirty="0">
                <a:latin typeface="Cooper Black" panose="0208090404030B020404" pitchFamily="18" charset="0"/>
              </a:rPr>
              <a:t>C Structures</a:t>
            </a:r>
            <a:r>
              <a:rPr lang="en-US" sz="3600" dirty="0"/>
              <a:t>: Used to group related data types (Name, Meter, Category, Units) into a single database entry. </a:t>
            </a:r>
          </a:p>
          <a:p>
            <a:r>
              <a:rPr lang="en-US" sz="3600" dirty="0">
                <a:latin typeface="Cooper Black" panose="0208090404030B020404" pitchFamily="18" charset="0"/>
              </a:rPr>
              <a:t>Storage</a:t>
            </a:r>
            <a:r>
              <a:rPr lang="en-US" sz="3600" dirty="0"/>
              <a:t>: An array of structures handles up to 100 customer records efficiently. </a:t>
            </a:r>
          </a:p>
          <a:p>
            <a:r>
              <a:rPr lang="en-US" sz="3600" dirty="0">
                <a:latin typeface="Cooper Black" panose="0208090404030B020404" pitchFamily="18" charset="0"/>
              </a:rPr>
              <a:t>Control Flow</a:t>
            </a:r>
            <a:r>
              <a:rPr lang="en-US" sz="3600" dirty="0"/>
              <a:t>: A while(1) loop manages a menu-driven interface, allowing continuous operation and switch to control the users choices.</a:t>
            </a:r>
            <a:endParaRPr lang="en-UG" sz="3600" dirty="0"/>
          </a:p>
        </p:txBody>
      </p:sp>
    </p:spTree>
    <p:extLst>
      <p:ext uri="{BB962C8B-B14F-4D97-AF65-F5344CB8AC3E}">
        <p14:creationId xmlns:p14="http://schemas.microsoft.com/office/powerpoint/2010/main" val="2297341029"/>
      </p:ext>
    </p:extLst>
  </p:cSld>
  <p:clrMapOvr>
    <a:masterClrMapping/>
  </p:clrMapOvr>
  <mc:AlternateContent xmlns:mc="http://schemas.openxmlformats.org/markup-compatibility/2006">
    <mc:Choice xmlns:p14="http://schemas.microsoft.com/office/powerpoint/2010/main" Requires="p14">
      <p:transition spd="slow" p14:dur="2000">
        <p14:reveal/>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5038B40-1E2A-940E-A6F3-9DF5DBFC082A}"/>
              </a:ext>
              <a:ext uri="{C183D7F6-B498-43B3-948B-1728B52AA6E4}">
                <adec:decorative xmlns:adec="http://schemas.microsoft.com/office/drawing/2017/decorative" val="1"/>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0" y="10"/>
            <a:ext cx="12192000" cy="1825615"/>
          </a:xfrm>
          <a:prstGeom prst="rect">
            <a:avLst/>
          </a:prstGeom>
        </p:spPr>
      </p:pic>
      <p:sp>
        <p:nvSpPr>
          <p:cNvPr id="2" name="Title 1">
            <a:extLst>
              <a:ext uri="{FF2B5EF4-FFF2-40B4-BE49-F238E27FC236}">
                <a16:creationId xmlns:a16="http://schemas.microsoft.com/office/drawing/2014/main" id="{5F5CE21D-810F-E4F6-29E7-09A35F198C77}"/>
              </a:ext>
            </a:extLst>
          </p:cNvPr>
          <p:cNvSpPr>
            <a:spLocks noGrp="1"/>
          </p:cNvSpPr>
          <p:nvPr>
            <p:ph type="title"/>
          </p:nvPr>
        </p:nvSpPr>
        <p:spPr/>
        <p:txBody>
          <a:bodyPr>
            <a:normAutofit/>
          </a:bodyPr>
          <a:lstStyle/>
          <a:p>
            <a:r>
              <a:rPr lang="en-US" b="1" dirty="0"/>
              <a:t>Defined Utility Rates</a:t>
            </a:r>
            <a:endParaRPr lang="en-UG" b="1" dirty="0"/>
          </a:p>
        </p:txBody>
      </p:sp>
      <p:graphicFrame>
        <p:nvGraphicFramePr>
          <p:cNvPr id="4" name="Content Placeholder 3">
            <a:extLst>
              <a:ext uri="{FF2B5EF4-FFF2-40B4-BE49-F238E27FC236}">
                <a16:creationId xmlns:a16="http://schemas.microsoft.com/office/drawing/2014/main" id="{D3040A77-A007-3179-937F-A6AD5CCE9E16}"/>
              </a:ext>
            </a:extLst>
          </p:cNvPr>
          <p:cNvGraphicFramePr>
            <a:graphicFrameLocks noGrp="1"/>
          </p:cNvGraphicFramePr>
          <p:nvPr>
            <p:ph idx="1"/>
            <p:extLst>
              <p:ext uri="{D42A27DB-BD31-4B8C-83A1-F6EECF244321}">
                <p14:modId xmlns:p14="http://schemas.microsoft.com/office/powerpoint/2010/main" val="3869686175"/>
              </p:ext>
            </p:extLst>
          </p:nvPr>
        </p:nvGraphicFramePr>
        <p:xfrm>
          <a:off x="838200" y="1857375"/>
          <a:ext cx="10515600" cy="3503695"/>
        </p:xfrm>
        <a:graphic>
          <a:graphicData uri="http://schemas.openxmlformats.org/drawingml/2006/table">
            <a:tbl>
              <a:tblPr/>
              <a:tblGrid>
                <a:gridCol w="4287826">
                  <a:extLst>
                    <a:ext uri="{9D8B030D-6E8A-4147-A177-3AD203B41FA5}">
                      <a16:colId xmlns:a16="http://schemas.microsoft.com/office/drawing/2014/main" val="1869713588"/>
                    </a:ext>
                  </a:extLst>
                </a:gridCol>
                <a:gridCol w="6227774">
                  <a:extLst>
                    <a:ext uri="{9D8B030D-6E8A-4147-A177-3AD203B41FA5}">
                      <a16:colId xmlns:a16="http://schemas.microsoft.com/office/drawing/2014/main" val="3684350205"/>
                    </a:ext>
                  </a:extLst>
                </a:gridCol>
              </a:tblGrid>
              <a:tr h="700739">
                <a:tc>
                  <a:txBody>
                    <a:bodyPr/>
                    <a:lstStyle/>
                    <a:p>
                      <a:pPr algn="ctr" rtl="0" fontAlgn="ctr">
                        <a:buNone/>
                      </a:pPr>
                      <a:r>
                        <a:rPr lang="en-US" sz="3200" b="1" i="0" u="none" strike="noStrike" dirty="0">
                          <a:solidFill>
                            <a:srgbClr val="000000"/>
                          </a:solidFill>
                          <a:effectLst/>
                          <a:latin typeface="Cooper Black" panose="0208090404030B020404" pitchFamily="18" charset="0"/>
                          <a:cs typeface="Times New Roman" panose="02020603050405020304" pitchFamily="18" charset="0"/>
                        </a:rPr>
                        <a:t>Category</a:t>
                      </a:r>
                      <a:endParaRPr lang="en-US" sz="3200" dirty="0">
                        <a:effectLst/>
                        <a:latin typeface="Cooper Black" panose="0208090404030B020404" pitchFamily="18" charset="0"/>
                        <a:cs typeface="Times New Roman" panose="02020603050405020304" pitchFamily="18" charset="0"/>
                      </a:endParaRPr>
                    </a:p>
                  </a:txBody>
                  <a:tcPr marL="63456" marR="63456" marT="27196" marB="2719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C"/>
                    </a:solidFill>
                  </a:tcPr>
                </a:tc>
                <a:tc>
                  <a:txBody>
                    <a:bodyPr/>
                    <a:lstStyle/>
                    <a:p>
                      <a:pPr algn="ctr" rtl="0" fontAlgn="ctr">
                        <a:buNone/>
                      </a:pPr>
                      <a:r>
                        <a:rPr lang="en-US" sz="3200" b="1" i="0" u="none" strike="noStrike" dirty="0">
                          <a:solidFill>
                            <a:srgbClr val="000000"/>
                          </a:solidFill>
                          <a:effectLst/>
                          <a:latin typeface="Cooper Black" panose="0208090404030B020404" pitchFamily="18" charset="0"/>
                          <a:cs typeface="Times New Roman" panose="02020603050405020304" pitchFamily="18" charset="0"/>
                        </a:rPr>
                        <a:t>Rate (UGX/kWh)</a:t>
                      </a:r>
                      <a:endParaRPr lang="en-US" sz="3200" dirty="0">
                        <a:effectLst/>
                        <a:latin typeface="Cooper Black" panose="0208090404030B020404" pitchFamily="18" charset="0"/>
                        <a:cs typeface="Times New Roman" panose="02020603050405020304" pitchFamily="18" charset="0"/>
                      </a:endParaRPr>
                    </a:p>
                  </a:txBody>
                  <a:tcPr marL="63456" marR="63456" marT="27196" marB="2719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C"/>
                    </a:solidFill>
                  </a:tcPr>
                </a:tc>
                <a:extLst>
                  <a:ext uri="{0D108BD9-81ED-4DB2-BD59-A6C34878D82A}">
                    <a16:rowId xmlns:a16="http://schemas.microsoft.com/office/drawing/2014/main" val="2509701269"/>
                  </a:ext>
                </a:extLst>
              </a:tr>
              <a:tr h="700739">
                <a:tc>
                  <a:txBody>
                    <a:bodyPr/>
                    <a:lstStyle/>
                    <a:p>
                      <a:pPr algn="ctr" rtl="0" fontAlgn="ctr">
                        <a:buNone/>
                      </a:pPr>
                      <a:r>
                        <a:rPr lang="en-US" sz="3200" b="0" i="0" u="none" strike="noStrike" dirty="0">
                          <a:solidFill>
                            <a:srgbClr val="000000"/>
                          </a:solidFill>
                          <a:effectLst/>
                          <a:latin typeface="Times New Roman" panose="02020603050405020304" pitchFamily="18" charset="0"/>
                          <a:cs typeface="Times New Roman" panose="02020603050405020304" pitchFamily="18" charset="0"/>
                        </a:rPr>
                        <a:t>Domestic</a:t>
                      </a:r>
                      <a:endParaRPr lang="en-US" sz="3200" dirty="0">
                        <a:effectLst/>
                        <a:latin typeface="Times New Roman" panose="02020603050405020304" pitchFamily="18" charset="0"/>
                        <a:cs typeface="Times New Roman" panose="02020603050405020304" pitchFamily="18" charset="0"/>
                      </a:endParaRPr>
                    </a:p>
                  </a:txBody>
                  <a:tcPr marL="63456" marR="63456" marT="27196" marB="2719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tc>
                  <a:txBody>
                    <a:bodyPr/>
                    <a:lstStyle/>
                    <a:p>
                      <a:pPr algn="ctr" rtl="0" fontAlgn="ctr">
                        <a:buNone/>
                      </a:pPr>
                      <a:r>
                        <a:rPr lang="en-UG" sz="3200" b="0" i="0" u="none" strike="noStrike">
                          <a:solidFill>
                            <a:srgbClr val="000000"/>
                          </a:solidFill>
                          <a:effectLst/>
                          <a:latin typeface="Times New Roman" panose="02020603050405020304" pitchFamily="18" charset="0"/>
                          <a:cs typeface="Times New Roman" panose="02020603050405020304" pitchFamily="18" charset="0"/>
                        </a:rPr>
                        <a:t>700</a:t>
                      </a:r>
                      <a:endParaRPr lang="en-UG" sz="3200">
                        <a:effectLst/>
                        <a:latin typeface="Times New Roman" panose="02020603050405020304" pitchFamily="18" charset="0"/>
                        <a:cs typeface="Times New Roman" panose="02020603050405020304" pitchFamily="18" charset="0"/>
                      </a:endParaRPr>
                    </a:p>
                  </a:txBody>
                  <a:tcPr marL="63456" marR="63456" marT="27196" marB="2719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extLst>
                  <a:ext uri="{0D108BD9-81ED-4DB2-BD59-A6C34878D82A}">
                    <a16:rowId xmlns:a16="http://schemas.microsoft.com/office/drawing/2014/main" val="1267284222"/>
                  </a:ext>
                </a:extLst>
              </a:tr>
              <a:tr h="700739">
                <a:tc>
                  <a:txBody>
                    <a:bodyPr/>
                    <a:lstStyle/>
                    <a:p>
                      <a:pPr algn="ctr" rtl="0" fontAlgn="ctr">
                        <a:buNone/>
                      </a:pPr>
                      <a:r>
                        <a:rPr lang="en-US" sz="3200" b="0" i="0" u="none" strike="noStrike">
                          <a:solidFill>
                            <a:srgbClr val="000000"/>
                          </a:solidFill>
                          <a:effectLst/>
                          <a:latin typeface="Times New Roman" panose="02020603050405020304" pitchFamily="18" charset="0"/>
                          <a:cs typeface="Times New Roman" panose="02020603050405020304" pitchFamily="18" charset="0"/>
                        </a:rPr>
                        <a:t>Commercial</a:t>
                      </a:r>
                      <a:endParaRPr lang="en-US" sz="3200">
                        <a:effectLst/>
                        <a:latin typeface="Times New Roman" panose="02020603050405020304" pitchFamily="18" charset="0"/>
                        <a:cs typeface="Times New Roman" panose="02020603050405020304" pitchFamily="18" charset="0"/>
                      </a:endParaRPr>
                    </a:p>
                  </a:txBody>
                  <a:tcPr marL="63456" marR="63456" marT="27196" marB="2719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E8ECF4"/>
                    </a:solidFill>
                  </a:tcPr>
                </a:tc>
                <a:tc>
                  <a:txBody>
                    <a:bodyPr/>
                    <a:lstStyle/>
                    <a:p>
                      <a:pPr algn="ctr" rtl="0" fontAlgn="ctr">
                        <a:buNone/>
                      </a:pPr>
                      <a:r>
                        <a:rPr lang="en-UG" sz="3200" b="0" i="0" u="none" strike="noStrike">
                          <a:solidFill>
                            <a:srgbClr val="000000"/>
                          </a:solidFill>
                          <a:effectLst/>
                          <a:latin typeface="Times New Roman" panose="02020603050405020304" pitchFamily="18" charset="0"/>
                          <a:cs typeface="Times New Roman" panose="02020603050405020304" pitchFamily="18" charset="0"/>
                        </a:rPr>
                        <a:t>900</a:t>
                      </a:r>
                      <a:endParaRPr lang="en-UG" sz="3200">
                        <a:effectLst/>
                        <a:latin typeface="Times New Roman" panose="02020603050405020304" pitchFamily="18" charset="0"/>
                        <a:cs typeface="Times New Roman" panose="02020603050405020304" pitchFamily="18" charset="0"/>
                      </a:endParaRPr>
                    </a:p>
                  </a:txBody>
                  <a:tcPr marL="63456" marR="63456" marT="27196" marB="2719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E8ECF4"/>
                    </a:solidFill>
                  </a:tcPr>
                </a:tc>
                <a:extLst>
                  <a:ext uri="{0D108BD9-81ED-4DB2-BD59-A6C34878D82A}">
                    <a16:rowId xmlns:a16="http://schemas.microsoft.com/office/drawing/2014/main" val="2514909651"/>
                  </a:ext>
                </a:extLst>
              </a:tr>
              <a:tr h="700739">
                <a:tc>
                  <a:txBody>
                    <a:bodyPr/>
                    <a:lstStyle/>
                    <a:p>
                      <a:pPr algn="ctr" rtl="0" fontAlgn="ctr">
                        <a:buNone/>
                      </a:pPr>
                      <a:r>
                        <a:rPr lang="en-US" sz="3200" b="0" i="0" u="none" strike="noStrike">
                          <a:solidFill>
                            <a:srgbClr val="000000"/>
                          </a:solidFill>
                          <a:effectLst/>
                          <a:latin typeface="Times New Roman" panose="02020603050405020304" pitchFamily="18" charset="0"/>
                          <a:cs typeface="Times New Roman" panose="02020603050405020304" pitchFamily="18" charset="0"/>
                        </a:rPr>
                        <a:t>Industrial</a:t>
                      </a:r>
                      <a:endParaRPr lang="en-US" sz="3200">
                        <a:effectLst/>
                        <a:latin typeface="Times New Roman" panose="02020603050405020304" pitchFamily="18" charset="0"/>
                        <a:cs typeface="Times New Roman" panose="02020603050405020304" pitchFamily="18" charset="0"/>
                      </a:endParaRPr>
                    </a:p>
                  </a:txBody>
                  <a:tcPr marL="63456" marR="63456" marT="27196" marB="2719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tc>
                  <a:txBody>
                    <a:bodyPr/>
                    <a:lstStyle/>
                    <a:p>
                      <a:pPr algn="ctr" rtl="0" fontAlgn="ctr">
                        <a:buNone/>
                      </a:pPr>
                      <a:r>
                        <a:rPr lang="en-UG" sz="3200" b="0" i="0" u="none" strike="noStrike">
                          <a:solidFill>
                            <a:srgbClr val="000000"/>
                          </a:solidFill>
                          <a:effectLst/>
                          <a:latin typeface="Times New Roman" panose="02020603050405020304" pitchFamily="18" charset="0"/>
                          <a:cs typeface="Times New Roman" panose="02020603050405020304" pitchFamily="18" charset="0"/>
                        </a:rPr>
                        <a:t>600</a:t>
                      </a:r>
                      <a:endParaRPr lang="en-UG" sz="3200">
                        <a:effectLst/>
                        <a:latin typeface="Times New Roman" panose="02020603050405020304" pitchFamily="18" charset="0"/>
                        <a:cs typeface="Times New Roman" panose="02020603050405020304" pitchFamily="18" charset="0"/>
                      </a:endParaRPr>
                    </a:p>
                  </a:txBody>
                  <a:tcPr marL="63456" marR="63456" marT="27196" marB="2719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extLst>
                  <a:ext uri="{0D108BD9-81ED-4DB2-BD59-A6C34878D82A}">
                    <a16:rowId xmlns:a16="http://schemas.microsoft.com/office/drawing/2014/main" val="3624856788"/>
                  </a:ext>
                </a:extLst>
              </a:tr>
              <a:tr h="700739">
                <a:tc>
                  <a:txBody>
                    <a:bodyPr/>
                    <a:lstStyle/>
                    <a:p>
                      <a:pPr algn="ctr" rtl="0" fontAlgn="ctr">
                        <a:buNone/>
                      </a:pPr>
                      <a:r>
                        <a:rPr lang="en-US" sz="3200" b="1" i="0" u="none" strike="noStrike">
                          <a:solidFill>
                            <a:srgbClr val="000000"/>
                          </a:solidFill>
                          <a:effectLst/>
                          <a:latin typeface="Times New Roman" panose="02020603050405020304" pitchFamily="18" charset="0"/>
                          <a:cs typeface="Times New Roman" panose="02020603050405020304" pitchFamily="18" charset="0"/>
                        </a:rPr>
                        <a:t>Service Fee</a:t>
                      </a:r>
                      <a:endParaRPr lang="en-US" sz="3200">
                        <a:effectLst/>
                        <a:latin typeface="Times New Roman" panose="02020603050405020304" pitchFamily="18" charset="0"/>
                        <a:cs typeface="Times New Roman" panose="02020603050405020304" pitchFamily="18" charset="0"/>
                      </a:endParaRPr>
                    </a:p>
                  </a:txBody>
                  <a:tcPr marL="63456" marR="63456" marT="27196" marB="2719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E8ECF4"/>
                    </a:solidFill>
                  </a:tcPr>
                </a:tc>
                <a:tc>
                  <a:txBody>
                    <a:bodyPr/>
                    <a:lstStyle/>
                    <a:p>
                      <a:pPr algn="ctr" rtl="0" fontAlgn="ctr">
                        <a:buNone/>
                      </a:pPr>
                      <a:r>
                        <a:rPr lang="en-UG" sz="3200" b="1" i="0" u="none" strike="noStrike" dirty="0">
                          <a:solidFill>
                            <a:srgbClr val="000000"/>
                          </a:solidFill>
                          <a:effectLst/>
                          <a:latin typeface="Times New Roman" panose="02020603050405020304" pitchFamily="18" charset="0"/>
                          <a:cs typeface="Times New Roman" panose="02020603050405020304" pitchFamily="18" charset="0"/>
                        </a:rPr>
                        <a:t>1000</a:t>
                      </a:r>
                      <a:endParaRPr lang="en-UG" sz="3200" dirty="0">
                        <a:effectLst/>
                        <a:latin typeface="Times New Roman" panose="02020603050405020304" pitchFamily="18" charset="0"/>
                        <a:cs typeface="Times New Roman" panose="02020603050405020304" pitchFamily="18" charset="0"/>
                      </a:endParaRPr>
                    </a:p>
                  </a:txBody>
                  <a:tcPr marL="63456" marR="63456" marT="27196" marB="2719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E8ECF4"/>
                    </a:solidFill>
                  </a:tcPr>
                </a:tc>
                <a:extLst>
                  <a:ext uri="{0D108BD9-81ED-4DB2-BD59-A6C34878D82A}">
                    <a16:rowId xmlns:a16="http://schemas.microsoft.com/office/drawing/2014/main" val="2984448692"/>
                  </a:ext>
                </a:extLst>
              </a:tr>
            </a:tbl>
          </a:graphicData>
        </a:graphic>
      </p:graphicFrame>
    </p:spTree>
    <p:extLst>
      <p:ext uri="{BB962C8B-B14F-4D97-AF65-F5344CB8AC3E}">
        <p14:creationId xmlns:p14="http://schemas.microsoft.com/office/powerpoint/2010/main" val="763319440"/>
      </p:ext>
    </p:extLst>
  </p:cSld>
  <p:clrMapOvr>
    <a:masterClrMapping/>
  </p:clrMapOvr>
  <mc:AlternateContent xmlns:mc="http://schemas.openxmlformats.org/markup-compatibility/2006">
    <mc:Choice xmlns:p14="http://schemas.microsoft.com/office/powerpoint/2010/main" Requires="p14">
      <p:transition spd="slow" p14:dur="2000">
        <p14:reveal/>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68D1363-F842-D36D-3AC7-F6BD7B388E5A}"/>
              </a:ext>
              <a:ext uri="{C183D7F6-B498-43B3-948B-1728B52AA6E4}">
                <adec:decorative xmlns:adec="http://schemas.microsoft.com/office/drawing/2017/decorative" val="1"/>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0" y="10"/>
            <a:ext cx="12192000" cy="1825615"/>
          </a:xfrm>
          <a:prstGeom prst="rect">
            <a:avLst/>
          </a:prstGeom>
        </p:spPr>
      </p:pic>
      <p:sp>
        <p:nvSpPr>
          <p:cNvPr id="2" name="Title 1">
            <a:extLst>
              <a:ext uri="{FF2B5EF4-FFF2-40B4-BE49-F238E27FC236}">
                <a16:creationId xmlns:a16="http://schemas.microsoft.com/office/drawing/2014/main" id="{9FEB6248-EE25-F297-D6E7-1F9D4793E30B}"/>
              </a:ext>
            </a:extLst>
          </p:cNvPr>
          <p:cNvSpPr>
            <a:spLocks noGrp="1"/>
          </p:cNvSpPr>
          <p:nvPr>
            <p:ph type="title"/>
          </p:nvPr>
        </p:nvSpPr>
        <p:spPr/>
        <p:txBody>
          <a:bodyPr/>
          <a:lstStyle/>
          <a:p>
            <a:r>
              <a:rPr lang="en-US" dirty="0"/>
              <a:t>Billing Logic</a:t>
            </a:r>
            <a:endParaRPr lang="en-UG" dirty="0"/>
          </a:p>
        </p:txBody>
      </p:sp>
      <mc:AlternateContent xmlns:mc="http://schemas.openxmlformats.org/markup-compatibility/2006">
        <mc:Choice xmlns:a14="http://schemas.microsoft.com/office/drawing/2010/main" Requires="a14">
          <p:sp>
            <p:nvSpPr>
              <p:cNvPr id="9" name="Content Placeholder 8">
                <a:extLst>
                  <a:ext uri="{FF2B5EF4-FFF2-40B4-BE49-F238E27FC236}">
                    <a16:creationId xmlns:a16="http://schemas.microsoft.com/office/drawing/2014/main" id="{9A906475-F7F5-696C-E3D4-25ECCEB2D85F}"/>
                  </a:ext>
                </a:extLst>
              </p:cNvPr>
              <p:cNvSpPr txBox="1">
                <a:spLocks noGrp="1"/>
              </p:cNvSpPr>
              <p:nvPr>
                <p:ph idx="1"/>
              </p:nvPr>
            </p:nvSpPr>
            <p:spPr>
              <a:xfrm>
                <a:off x="838200" y="2055803"/>
                <a:ext cx="10515600" cy="4004045"/>
              </a:xfrm>
              <a:prstGeom prst="rect">
                <a:avLst/>
              </a:prstGeom>
              <a:noFill/>
            </p:spPr>
            <p:txBody>
              <a:bodyPr wrap="square">
                <a:spAutoFit/>
              </a:bodyPr>
              <a:lstStyle/>
              <a:p>
                <a:pPr rtl="0">
                  <a:buNone/>
                </a:pPr>
                <a14:m>
                  <m:oMathPara xmlns:m="http://schemas.openxmlformats.org/officeDocument/2006/math">
                    <m:oMathParaPr>
                      <m:jc m:val="centerGroup"/>
                    </m:oMathParaPr>
                    <m:oMath xmlns:m="http://schemas.openxmlformats.org/officeDocument/2006/math">
                      <m:r>
                        <a:rPr lang="en-US" sz="3600" b="0" i="1" u="none" strike="noStrike" smtClean="0">
                          <a:solidFill>
                            <a:srgbClr val="000000"/>
                          </a:solidFill>
                          <a:effectLst/>
                          <a:latin typeface="Cambria Math" panose="02040503050406030204" pitchFamily="18" charset="0"/>
                        </a:rPr>
                        <m:t>𝑈𝑛𝑖𝑡𝑠</m:t>
                      </m:r>
                      <m:r>
                        <a:rPr lang="en-US" sz="3600" b="0" i="1" u="none" strike="noStrike" smtClean="0">
                          <a:solidFill>
                            <a:srgbClr val="000000"/>
                          </a:solidFill>
                          <a:effectLst/>
                          <a:latin typeface="Cambria Math" panose="02040503050406030204" pitchFamily="18" charset="0"/>
                        </a:rPr>
                        <m:t>=</m:t>
                      </m:r>
                      <m:f>
                        <m:fPr>
                          <m:ctrlPr>
                            <a:rPr lang="en-US" sz="3600" b="0" i="1" u="none" strike="noStrike" smtClean="0">
                              <a:solidFill>
                                <a:srgbClr val="000000"/>
                              </a:solidFill>
                              <a:effectLst/>
                              <a:latin typeface="Cambria Math" panose="02040503050406030204" pitchFamily="18" charset="0"/>
                            </a:rPr>
                          </m:ctrlPr>
                        </m:fPr>
                        <m:num>
                          <m:r>
                            <a:rPr lang="en-US" sz="3600" b="0" i="1" u="none" strike="noStrike" smtClean="0">
                              <a:solidFill>
                                <a:srgbClr val="000000"/>
                              </a:solidFill>
                              <a:effectLst/>
                              <a:latin typeface="Cambria Math" panose="02040503050406030204" pitchFamily="18" charset="0"/>
                            </a:rPr>
                            <m:t>𝐴𝑚𝑜𝑢𝑛𝑡</m:t>
                          </m:r>
                          <m:r>
                            <a:rPr lang="en-US" sz="3600" b="0" i="1" u="none" strike="noStrike" smtClean="0">
                              <a:solidFill>
                                <a:srgbClr val="000000"/>
                              </a:solidFill>
                              <a:effectLst/>
                              <a:latin typeface="Cambria Math" panose="02040503050406030204" pitchFamily="18" charset="0"/>
                            </a:rPr>
                            <m:t> </m:t>
                          </m:r>
                          <m:r>
                            <a:rPr lang="en-US" sz="3600" b="0" i="1" u="none" strike="noStrike" smtClean="0">
                              <a:solidFill>
                                <a:srgbClr val="000000"/>
                              </a:solidFill>
                              <a:effectLst/>
                              <a:latin typeface="Cambria Math" panose="02040503050406030204" pitchFamily="18" charset="0"/>
                            </a:rPr>
                            <m:t>𝑃𝑎𝑖𝑑</m:t>
                          </m:r>
                          <m:r>
                            <a:rPr lang="en-US" sz="3600" b="0" i="1" u="none" strike="noStrike" smtClean="0">
                              <a:solidFill>
                                <a:srgbClr val="000000"/>
                              </a:solidFill>
                              <a:effectLst/>
                              <a:latin typeface="Cambria Math" panose="02040503050406030204" pitchFamily="18" charset="0"/>
                            </a:rPr>
                            <m:t> −</m:t>
                          </m:r>
                          <m:r>
                            <a:rPr lang="en-US" sz="3600" b="0" i="1" u="none" strike="noStrike" smtClean="0">
                              <a:solidFill>
                                <a:srgbClr val="000000"/>
                              </a:solidFill>
                              <a:effectLst/>
                              <a:latin typeface="Cambria Math" panose="02040503050406030204" pitchFamily="18" charset="0"/>
                            </a:rPr>
                            <m:t>𝑆𝑒𝑟𝑣𝑖𝑐𝑒𝐹𝑒𝑒</m:t>
                          </m:r>
                        </m:num>
                        <m:den>
                          <m:r>
                            <a:rPr lang="en-US" sz="3600" b="0" i="1" u="none" strike="noStrike" smtClean="0">
                              <a:solidFill>
                                <a:srgbClr val="000000"/>
                              </a:solidFill>
                              <a:effectLst/>
                              <a:latin typeface="Cambria Math" panose="02040503050406030204" pitchFamily="18" charset="0"/>
                            </a:rPr>
                            <m:t>𝐶𝑎𝑡𝑒𝑔𝑜𝑟𝑦𝑅𝑎𝑡𝑒</m:t>
                          </m:r>
                        </m:den>
                      </m:f>
                    </m:oMath>
                  </m:oMathPara>
                </a14:m>
                <a:endParaRPr lang="en-US" sz="3600" b="0" i="1" u="none" strike="noStrike" dirty="0">
                  <a:solidFill>
                    <a:srgbClr val="000000"/>
                  </a:solidFill>
                  <a:effectLst/>
                  <a:latin typeface="Cooper Black" panose="0208090404030B020404" pitchFamily="18" charset="0"/>
                </a:endParaRPr>
              </a:p>
              <a:p>
                <a:pPr rtl="0">
                  <a:buNone/>
                </a:pPr>
                <a:endParaRPr lang="en-US" sz="3600" b="0" i="1" u="none" strike="noStrike" dirty="0">
                  <a:solidFill>
                    <a:srgbClr val="000000"/>
                  </a:solidFill>
                  <a:effectLst/>
                </a:endParaRPr>
              </a:p>
              <a:p>
                <a:pPr rtl="0">
                  <a:buNone/>
                </a:pPr>
                <a:r>
                  <a:rPr lang="en-US" sz="3600" b="0" i="1" u="none" strike="noStrike" dirty="0">
                    <a:solidFill>
                      <a:srgbClr val="000000"/>
                    </a:solidFill>
                    <a:effectLst/>
                  </a:rPr>
                  <a:t>Example: Commercial customer paying 50,000 UGX gets~54.44 kWh.</a:t>
                </a:r>
                <a:endParaRPr lang="en-US" sz="3600" b="0" dirty="0">
                  <a:effectLst/>
                </a:endParaRPr>
              </a:p>
              <a:p>
                <a:pPr>
                  <a:buNone/>
                </a:pPr>
                <a:br>
                  <a:rPr lang="en-US" sz="3600" dirty="0"/>
                </a:br>
                <a:endParaRPr lang="en-UG" sz="3600" dirty="0"/>
              </a:p>
            </p:txBody>
          </p:sp>
        </mc:Choice>
        <mc:Fallback>
          <p:sp>
            <p:nvSpPr>
              <p:cNvPr id="9" name="Content Placeholder 8">
                <a:extLst>
                  <a:ext uri="{FF2B5EF4-FFF2-40B4-BE49-F238E27FC236}">
                    <a16:creationId xmlns:a16="http://schemas.microsoft.com/office/drawing/2014/main" id="{9A906475-F7F5-696C-E3D4-25ECCEB2D85F}"/>
                  </a:ext>
                </a:extLst>
              </p:cNvPr>
              <p:cNvSpPr txBox="1">
                <a:spLocks noGrp="1" noRot="1" noChangeAspect="1" noMove="1" noResize="1" noEditPoints="1" noAdjustHandles="1" noChangeArrowheads="1" noChangeShapeType="1" noTextEdit="1"/>
              </p:cNvSpPr>
              <p:nvPr>
                <p:ph idx="1"/>
              </p:nvPr>
            </p:nvSpPr>
            <p:spPr>
              <a:xfrm>
                <a:off x="838200" y="2055803"/>
                <a:ext cx="10515600" cy="4004045"/>
              </a:xfrm>
              <a:prstGeom prst="rect">
                <a:avLst/>
              </a:prstGeom>
              <a:blipFill>
                <a:blip r:embed="rId3"/>
                <a:stretch>
                  <a:fillRect l="-1797"/>
                </a:stretch>
              </a:blipFill>
            </p:spPr>
            <p:txBody>
              <a:bodyPr/>
              <a:lstStyle/>
              <a:p>
                <a:r>
                  <a:rPr lang="en-UG">
                    <a:noFill/>
                  </a:rPr>
                  <a:t> </a:t>
                </a:r>
              </a:p>
            </p:txBody>
          </p:sp>
        </mc:Fallback>
      </mc:AlternateContent>
    </p:spTree>
    <p:extLst>
      <p:ext uri="{BB962C8B-B14F-4D97-AF65-F5344CB8AC3E}">
        <p14:creationId xmlns:p14="http://schemas.microsoft.com/office/powerpoint/2010/main" val="1376373351"/>
      </p:ext>
    </p:extLst>
  </p:cSld>
  <p:clrMapOvr>
    <a:masterClrMapping/>
  </p:clrMapOvr>
  <mc:AlternateContent xmlns:mc="http://schemas.openxmlformats.org/markup-compatibility/2006">
    <mc:Choice xmlns:p14="http://schemas.microsoft.com/office/powerpoint/2010/main" Requires="p14">
      <p:transition spd="slow" p14:dur="2000">
        <p14:reveal/>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EC221C4-43C0-9790-6AC8-BD5B5179FDE0}"/>
              </a:ext>
              <a:ext uri="{C183D7F6-B498-43B3-948B-1728B52AA6E4}">
                <adec:decorative xmlns:adec="http://schemas.microsoft.com/office/drawing/2017/decorative" val="1"/>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0" y="10"/>
            <a:ext cx="12192000" cy="1825615"/>
          </a:xfrm>
          <a:prstGeom prst="rect">
            <a:avLst/>
          </a:prstGeom>
        </p:spPr>
      </p:pic>
      <p:sp>
        <p:nvSpPr>
          <p:cNvPr id="2" name="Title 1">
            <a:extLst>
              <a:ext uri="{FF2B5EF4-FFF2-40B4-BE49-F238E27FC236}">
                <a16:creationId xmlns:a16="http://schemas.microsoft.com/office/drawing/2014/main" id="{9C89BCD5-B4F3-75A8-3758-B12FF5E1BE9E}"/>
              </a:ext>
            </a:extLst>
          </p:cNvPr>
          <p:cNvSpPr>
            <a:spLocks noGrp="1"/>
          </p:cNvSpPr>
          <p:nvPr>
            <p:ph type="title"/>
          </p:nvPr>
        </p:nvSpPr>
        <p:spPr/>
        <p:txBody>
          <a:bodyPr>
            <a:normAutofit/>
          </a:bodyPr>
          <a:lstStyle/>
          <a:p>
            <a:r>
              <a:rPr lang="en-US" sz="5400" dirty="0"/>
              <a:t>Technical Challenges</a:t>
            </a:r>
            <a:endParaRPr lang="en-UG" sz="5400" dirty="0"/>
          </a:p>
        </p:txBody>
      </p:sp>
      <p:sp>
        <p:nvSpPr>
          <p:cNvPr id="3" name="Content Placeholder 2">
            <a:extLst>
              <a:ext uri="{FF2B5EF4-FFF2-40B4-BE49-F238E27FC236}">
                <a16:creationId xmlns:a16="http://schemas.microsoft.com/office/drawing/2014/main" id="{C4C88A89-F4DD-3D09-5729-43F901B4F5A5}"/>
              </a:ext>
            </a:extLst>
          </p:cNvPr>
          <p:cNvSpPr>
            <a:spLocks noGrp="1"/>
          </p:cNvSpPr>
          <p:nvPr>
            <p:ph idx="1"/>
          </p:nvPr>
        </p:nvSpPr>
        <p:spPr/>
        <p:txBody>
          <a:bodyPr>
            <a:normAutofit/>
          </a:bodyPr>
          <a:lstStyle/>
          <a:p>
            <a:r>
              <a:rPr lang="en-US" sz="3600" dirty="0"/>
              <a:t>Managing array volatility (data is lost during termination)</a:t>
            </a:r>
          </a:p>
          <a:p>
            <a:r>
              <a:rPr lang="en-US" sz="3600" dirty="0"/>
              <a:t>Mastering </a:t>
            </a:r>
            <a:r>
              <a:rPr lang="en-US" sz="3600" dirty="0" err="1"/>
              <a:t>strcmp</a:t>
            </a:r>
            <a:r>
              <a:rPr lang="en-US" sz="3600" dirty="0"/>
              <a:t> for authentication logic</a:t>
            </a:r>
          </a:p>
          <a:p>
            <a:r>
              <a:rPr lang="en-US" sz="3600" dirty="0"/>
              <a:t>Precision management in category-based r ate</a:t>
            </a:r>
          </a:p>
          <a:p>
            <a:r>
              <a:rPr lang="en-US" sz="3600" dirty="0"/>
              <a:t>Input validation to ensure database integrity.</a:t>
            </a:r>
          </a:p>
          <a:p>
            <a:r>
              <a:rPr lang="en-US" sz="3600" b="0" dirty="0" err="1">
                <a:effectLst/>
              </a:rPr>
              <a:t>Intergratin</a:t>
            </a:r>
            <a:r>
              <a:rPr lang="en-US" sz="3600" dirty="0" err="1"/>
              <a:t>g</a:t>
            </a:r>
            <a:r>
              <a:rPr lang="en-US" sz="3600" dirty="0"/>
              <a:t> logic with the </a:t>
            </a:r>
            <a:r>
              <a:rPr lang="en-US" sz="3600" dirty="0" err="1"/>
              <a:t>LaTex</a:t>
            </a:r>
            <a:r>
              <a:rPr lang="en-US" sz="3600" dirty="0"/>
              <a:t> reporting framework</a:t>
            </a:r>
            <a:endParaRPr lang="en-US" sz="3600" b="0" dirty="0">
              <a:effectLst/>
            </a:endParaRPr>
          </a:p>
        </p:txBody>
      </p:sp>
    </p:spTree>
    <p:extLst>
      <p:ext uri="{BB962C8B-B14F-4D97-AF65-F5344CB8AC3E}">
        <p14:creationId xmlns:p14="http://schemas.microsoft.com/office/powerpoint/2010/main" val="20039294"/>
      </p:ext>
    </p:extLst>
  </p:cSld>
  <p:clrMapOvr>
    <a:masterClrMapping/>
  </p:clrMapOvr>
  <mc:AlternateContent xmlns:mc="http://schemas.openxmlformats.org/markup-compatibility/2006">
    <mc:Choice xmlns:p14="http://schemas.microsoft.com/office/powerpoint/2010/main" Requires="p14">
      <p:transition spd="slow" p14:dur="2000">
        <p14:reveal/>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4D8BA78-D93D-0FA3-719E-DE9078CBF520}"/>
              </a:ext>
              <a:ext uri="{C183D7F6-B498-43B3-948B-1728B52AA6E4}">
                <adec:decorative xmlns:adec="http://schemas.microsoft.com/office/drawing/2017/decorative" val="1"/>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0" y="10"/>
            <a:ext cx="12192000" cy="1825615"/>
          </a:xfrm>
          <a:prstGeom prst="rect">
            <a:avLst/>
          </a:prstGeom>
        </p:spPr>
      </p:pic>
      <p:sp>
        <p:nvSpPr>
          <p:cNvPr id="2" name="Title 1">
            <a:extLst>
              <a:ext uri="{FF2B5EF4-FFF2-40B4-BE49-F238E27FC236}">
                <a16:creationId xmlns:a16="http://schemas.microsoft.com/office/drawing/2014/main" id="{F466A23B-D8E3-8A21-53C0-86C9A59901FE}"/>
              </a:ext>
            </a:extLst>
          </p:cNvPr>
          <p:cNvSpPr>
            <a:spLocks noGrp="1"/>
          </p:cNvSpPr>
          <p:nvPr>
            <p:ph type="title"/>
          </p:nvPr>
        </p:nvSpPr>
        <p:spPr/>
        <p:txBody>
          <a:bodyPr/>
          <a:lstStyle/>
          <a:p>
            <a:r>
              <a:rPr lang="en-US" dirty="0"/>
              <a:t>Conclusion</a:t>
            </a:r>
            <a:endParaRPr lang="en-UG" dirty="0"/>
          </a:p>
        </p:txBody>
      </p:sp>
      <p:sp>
        <p:nvSpPr>
          <p:cNvPr id="3" name="Content Placeholder 2">
            <a:extLst>
              <a:ext uri="{FF2B5EF4-FFF2-40B4-BE49-F238E27FC236}">
                <a16:creationId xmlns:a16="http://schemas.microsoft.com/office/drawing/2014/main" id="{8B5CB94C-49BD-C30F-EA74-06165203B4E6}"/>
              </a:ext>
            </a:extLst>
          </p:cNvPr>
          <p:cNvSpPr>
            <a:spLocks noGrp="1"/>
          </p:cNvSpPr>
          <p:nvPr>
            <p:ph idx="1"/>
          </p:nvPr>
        </p:nvSpPr>
        <p:spPr>
          <a:xfrm>
            <a:off x="0" y="1825624"/>
            <a:ext cx="6329363" cy="5032365"/>
          </a:xfrm>
        </p:spPr>
        <p:txBody>
          <a:bodyPr/>
          <a:lstStyle/>
          <a:p>
            <a:pPr marL="0" indent="0">
              <a:buNone/>
            </a:pPr>
            <a:r>
              <a:rPr lang="en-US" dirty="0"/>
              <a:t>	</a:t>
            </a:r>
            <a:r>
              <a:rPr lang="en-US" sz="3600" dirty="0"/>
              <a:t>The Prepaid Electricity Token System successfully demonstrates structured programming concepts in C. It provides a robust, modular foundation for utility management, with future potential for file I/O integration for persistent storage.</a:t>
            </a:r>
            <a:endParaRPr lang="en-UG" sz="3600" dirty="0"/>
          </a:p>
        </p:txBody>
      </p:sp>
      <p:pic>
        <p:nvPicPr>
          <p:cNvPr id="9" name="Picture 8">
            <a:extLst>
              <a:ext uri="{FF2B5EF4-FFF2-40B4-BE49-F238E27FC236}">
                <a16:creationId xmlns:a16="http://schemas.microsoft.com/office/drawing/2014/main" id="{45CA61E7-076E-7E05-1EB3-227252CA5EC4}"/>
              </a:ext>
            </a:extLst>
          </p:cNvPr>
          <p:cNvPicPr>
            <a:picLocks noChangeAspect="1"/>
          </p:cNvPicPr>
          <p:nvPr/>
        </p:nvPicPr>
        <p:blipFill>
          <a:blip r:embed="rId3">
            <a:extLst>
              <a:ext uri="{28A0092B-C50C-407E-A947-70E740481C1C}">
                <a14:useLocalDpi xmlns:a14="http://schemas.microsoft.com/office/drawing/2010/main" val="0"/>
              </a:ext>
            </a:extLst>
          </a:blip>
          <a:srcRect l="24610" t="1709" r="45859" b="36055"/>
          <a:stretch>
            <a:fillRect/>
          </a:stretch>
        </p:blipFill>
        <p:spPr>
          <a:xfrm>
            <a:off x="6329363" y="0"/>
            <a:ext cx="5862637" cy="6857990"/>
          </a:xfrm>
          <a:prstGeom prst="rect">
            <a:avLst/>
          </a:prstGeom>
        </p:spPr>
      </p:pic>
    </p:spTree>
    <p:extLst>
      <p:ext uri="{BB962C8B-B14F-4D97-AF65-F5344CB8AC3E}">
        <p14:creationId xmlns:p14="http://schemas.microsoft.com/office/powerpoint/2010/main" val="1396849204"/>
      </p:ext>
    </p:extLst>
  </p:cSld>
  <p:clrMapOvr>
    <a:masterClrMapping/>
  </p:clrMapOvr>
  <mc:AlternateContent xmlns:mc="http://schemas.openxmlformats.org/markup-compatibility/2006">
    <mc:Choice xmlns:p14="http://schemas.microsoft.com/office/powerpoint/2010/main" Requires="p14">
      <p:transition spd="slow" p14:dur="2000">
        <p14:reveal/>
      </p:transition>
    </mc:Choice>
    <mc:Fallback>
      <p:transition spd="slow">
        <p:fade/>
      </p:transition>
    </mc:Fallback>
  </mc:AlternateContent>
</p:sld>
</file>

<file path=ppt/theme/theme1.xml><?xml version="1.0" encoding="utf-8"?>
<a:theme xmlns:a="http://schemas.openxmlformats.org/drawingml/2006/main" name="Office Theme">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97</TotalTime>
  <Words>344</Words>
  <Application>Microsoft Office PowerPoint</Application>
  <PresentationFormat>Widescreen</PresentationFormat>
  <Paragraphs>51</Paragraphs>
  <Slides>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Arial</vt:lpstr>
      <vt:lpstr>Calibri</vt:lpstr>
      <vt:lpstr>Cambria Math</vt:lpstr>
      <vt:lpstr>Cooper Black</vt:lpstr>
      <vt:lpstr>Elephant</vt:lpstr>
      <vt:lpstr>Times New Roman</vt:lpstr>
      <vt:lpstr>Office Theme</vt:lpstr>
      <vt:lpstr>Prepaid Electricity Token System</vt:lpstr>
      <vt:lpstr>Table 1: Group 4</vt:lpstr>
      <vt:lpstr>Abstract</vt:lpstr>
      <vt:lpstr>Project Overview</vt:lpstr>
      <vt:lpstr>Technical Architecture</vt:lpstr>
      <vt:lpstr>Defined Utility Rates</vt:lpstr>
      <vt:lpstr>Billing Logic</vt:lpstr>
      <vt:lpstr>Technical Challenges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Edrine Allan</dc:creator>
  <cp:lastModifiedBy>Edrine Allan</cp:lastModifiedBy>
  <cp:revision>5</cp:revision>
  <dcterms:created xsi:type="dcterms:W3CDTF">2026-05-27T21:53:13Z</dcterms:created>
  <dcterms:modified xsi:type="dcterms:W3CDTF">2026-05-28T11:19:47Z</dcterms:modified>
</cp:coreProperties>
</file>